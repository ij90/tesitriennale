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4168" r:id="rId4"/>
  </p:sldMasterIdLst>
  <p:notesMasterIdLst>
    <p:notesMasterId r:id="rId19"/>
  </p:notesMasterIdLst>
  <p:handoutMasterIdLst>
    <p:handoutMasterId r:id="rId20"/>
  </p:handoutMasterIdLst>
  <p:sldIdLst>
    <p:sldId id="256" r:id="rId5"/>
    <p:sldId id="276" r:id="rId6"/>
    <p:sldId id="279" r:id="rId7"/>
    <p:sldId id="300" r:id="rId8"/>
    <p:sldId id="283" r:id="rId9"/>
    <p:sldId id="285" r:id="rId10"/>
    <p:sldId id="274" r:id="rId11"/>
    <p:sldId id="288" r:id="rId12"/>
    <p:sldId id="292" r:id="rId13"/>
    <p:sldId id="301" r:id="rId14"/>
    <p:sldId id="297" r:id="rId15"/>
    <p:sldId id="298" r:id="rId16"/>
    <p:sldId id="296" r:id="rId17"/>
    <p:sldId id="299" r:id="rId18"/>
  </p:sldIdLst>
  <p:sldSz cx="12192000" cy="6858000"/>
  <p:notesSz cx="6858000" cy="9144000"/>
  <p:defaultTextStyle>
    <a:defPPr rtl="0">
      <a:defRPr lang="it-it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EE908"/>
    <a:srgbClr val="E60000"/>
    <a:srgbClr val="FF0000"/>
    <a:srgbClr val="007C34"/>
    <a:srgbClr val="F8F43A"/>
    <a:srgbClr val="E4C8A4"/>
    <a:srgbClr val="288045"/>
    <a:srgbClr val="E3C59F"/>
    <a:srgbClr val="D4B38B"/>
    <a:srgbClr val="CB1B4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88501" autoAdjust="0"/>
  </p:normalViewPr>
  <p:slideViewPr>
    <p:cSldViewPr snapToGrid="0">
      <p:cViewPr varScale="1">
        <p:scale>
          <a:sx n="114" d="100"/>
          <a:sy n="114" d="100"/>
        </p:scale>
        <p:origin x="4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6" d="100"/>
          <a:sy n="76" d="100"/>
        </p:scale>
        <p:origin x="3966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8E219FF-48E9-48B2-B079-9B8BC403B857}" type="doc">
      <dgm:prSet loTypeId="urn:microsoft.com/office/officeart/2008/layout/RadialCluster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it-IT"/>
        </a:p>
      </dgm:t>
    </dgm:pt>
    <dgm:pt modelId="{37EB4870-C5F1-4D83-88D9-CBB1927D5C03}">
      <dgm:prSet phldrT="[Testo]"/>
      <dgm:spPr>
        <a:solidFill>
          <a:srgbClr val="CB1B4A"/>
        </a:solidFill>
      </dgm:spPr>
      <dgm:t>
        <a:bodyPr/>
        <a:lstStyle/>
        <a:p>
          <a:r>
            <a:rPr lang="it-IT" dirty="0"/>
            <a:t>Presentazione di tecniche e strumenti </a:t>
          </a:r>
          <a:r>
            <a:rPr lang="it-IT" dirty="0" err="1"/>
            <a:t>MSaaS</a:t>
          </a:r>
          <a:r>
            <a:rPr lang="it-IT" dirty="0"/>
            <a:t> per l’analisi simulativa dei business </a:t>
          </a:r>
          <a:r>
            <a:rPr lang="it-IT" dirty="0" err="1"/>
            <a:t>process</a:t>
          </a:r>
          <a:endParaRPr lang="it-IT" dirty="0"/>
        </a:p>
      </dgm:t>
    </dgm:pt>
    <dgm:pt modelId="{A94251B4-E14C-410F-9E6D-62C48E21CBA2}" type="parTrans" cxnId="{FCDD6520-6F7F-46DB-BFDD-0F673E65A901}">
      <dgm:prSet/>
      <dgm:spPr/>
      <dgm:t>
        <a:bodyPr/>
        <a:lstStyle/>
        <a:p>
          <a:endParaRPr lang="it-IT"/>
        </a:p>
      </dgm:t>
    </dgm:pt>
    <dgm:pt modelId="{7F411F1E-1DFD-4FED-B394-497B50EB2156}" type="sibTrans" cxnId="{FCDD6520-6F7F-46DB-BFDD-0F673E65A901}">
      <dgm:prSet/>
      <dgm:spPr/>
      <dgm:t>
        <a:bodyPr/>
        <a:lstStyle/>
        <a:p>
          <a:endParaRPr lang="it-IT"/>
        </a:p>
      </dgm:t>
    </dgm:pt>
    <dgm:pt modelId="{D3FC80C8-A483-4DAE-9DEC-DB343042702D}">
      <dgm:prSet phldrT="[Testo]" custT="1"/>
      <dgm:spPr>
        <a:solidFill>
          <a:srgbClr val="CB1B4A"/>
        </a:solidFill>
      </dgm:spPr>
      <dgm:t>
        <a:bodyPr/>
        <a:lstStyle/>
        <a:p>
          <a:r>
            <a:rPr lang="it-IT" sz="1400" dirty="0"/>
            <a:t>Applicazione web per piattaforme </a:t>
          </a:r>
          <a:r>
            <a:rPr lang="it-IT" sz="1400" dirty="0" err="1"/>
            <a:t>MSaaS</a:t>
          </a:r>
          <a:endParaRPr lang="it-IT" sz="1400" dirty="0"/>
        </a:p>
      </dgm:t>
    </dgm:pt>
    <dgm:pt modelId="{D6CCAF6B-5404-4533-9C5E-BDC23B57D17A}" type="parTrans" cxnId="{85A91F00-A5D7-4D6D-800C-418C6976D33B}">
      <dgm:prSet/>
      <dgm:spPr/>
      <dgm:t>
        <a:bodyPr/>
        <a:lstStyle/>
        <a:p>
          <a:endParaRPr lang="it-IT"/>
        </a:p>
      </dgm:t>
    </dgm:pt>
    <dgm:pt modelId="{48E9C157-88ED-4FCE-858A-E6266A8D1F11}" type="sibTrans" cxnId="{85A91F00-A5D7-4D6D-800C-418C6976D33B}">
      <dgm:prSet/>
      <dgm:spPr/>
      <dgm:t>
        <a:bodyPr/>
        <a:lstStyle/>
        <a:p>
          <a:endParaRPr lang="it-IT"/>
        </a:p>
      </dgm:t>
    </dgm:pt>
    <dgm:pt modelId="{3CAF6AA8-7DB2-45FC-8FDC-FDD8AE3BDB41}">
      <dgm:prSet phldrT="[Testo]" custT="1"/>
      <dgm:spPr>
        <a:solidFill>
          <a:srgbClr val="CB1B4A"/>
        </a:solidFill>
      </dgm:spPr>
      <dgm:t>
        <a:bodyPr/>
        <a:lstStyle/>
        <a:p>
          <a:r>
            <a:rPr lang="it-IT" sz="1400" dirty="0"/>
            <a:t>Business </a:t>
          </a:r>
          <a:r>
            <a:rPr lang="it-IT" sz="1400" dirty="0" err="1"/>
            <a:t>Process</a:t>
          </a:r>
          <a:r>
            <a:rPr lang="it-IT" sz="1400" dirty="0"/>
            <a:t> e BPM</a:t>
          </a:r>
        </a:p>
      </dgm:t>
    </dgm:pt>
    <dgm:pt modelId="{C8353A02-4A7F-44B0-9B88-3B3B3F38ED03}" type="parTrans" cxnId="{76871E06-1219-4122-A692-3A2AE710AB03}">
      <dgm:prSet/>
      <dgm:spPr/>
      <dgm:t>
        <a:bodyPr/>
        <a:lstStyle/>
        <a:p>
          <a:endParaRPr lang="it-IT"/>
        </a:p>
      </dgm:t>
    </dgm:pt>
    <dgm:pt modelId="{78CF62DF-B50E-47FD-BB3D-42D84B5E6170}" type="sibTrans" cxnId="{76871E06-1219-4122-A692-3A2AE710AB03}">
      <dgm:prSet/>
      <dgm:spPr/>
      <dgm:t>
        <a:bodyPr/>
        <a:lstStyle/>
        <a:p>
          <a:endParaRPr lang="it-IT"/>
        </a:p>
      </dgm:t>
    </dgm:pt>
    <dgm:pt modelId="{6B96A140-EFD4-411A-AD0A-BE30458507FB}">
      <dgm:prSet phldrT="[Testo]"/>
      <dgm:spPr>
        <a:solidFill>
          <a:srgbClr val="CB1B4A"/>
        </a:solidFill>
      </dgm:spPr>
      <dgm:t>
        <a:bodyPr/>
        <a:lstStyle/>
        <a:p>
          <a:r>
            <a:rPr lang="it-IT" dirty="0"/>
            <a:t>Analisi e Simulazione di un business </a:t>
          </a:r>
          <a:r>
            <a:rPr lang="it-IT" dirty="0" err="1"/>
            <a:t>process</a:t>
          </a:r>
          <a:endParaRPr lang="it-IT" dirty="0"/>
        </a:p>
      </dgm:t>
    </dgm:pt>
    <dgm:pt modelId="{BB6DB404-C158-4CD0-8FEC-F5CFF04EF935}" type="sibTrans" cxnId="{39AC8629-2C79-4340-B7AD-E0AD6AEA7541}">
      <dgm:prSet/>
      <dgm:spPr/>
      <dgm:t>
        <a:bodyPr/>
        <a:lstStyle/>
        <a:p>
          <a:endParaRPr lang="it-IT"/>
        </a:p>
      </dgm:t>
    </dgm:pt>
    <dgm:pt modelId="{70CE440B-49F9-4504-B7EF-0BD05576B724}" type="parTrans" cxnId="{39AC8629-2C79-4340-B7AD-E0AD6AEA7541}">
      <dgm:prSet/>
      <dgm:spPr/>
      <dgm:t>
        <a:bodyPr/>
        <a:lstStyle/>
        <a:p>
          <a:endParaRPr lang="it-IT"/>
        </a:p>
      </dgm:t>
    </dgm:pt>
    <dgm:pt modelId="{C433C12F-6F3C-456A-92E0-1571B1B4F549}" type="pres">
      <dgm:prSet presAssocID="{B8E219FF-48E9-48B2-B079-9B8BC403B857}" presName="Name0" presStyleCnt="0">
        <dgm:presLayoutVars>
          <dgm:chMax val="1"/>
          <dgm:chPref val="1"/>
          <dgm:dir/>
          <dgm:animOne val="branch"/>
          <dgm:animLvl val="lvl"/>
        </dgm:presLayoutVars>
      </dgm:prSet>
      <dgm:spPr/>
    </dgm:pt>
    <dgm:pt modelId="{35379D4C-E51F-46EF-A156-9C433FEF8A01}" type="pres">
      <dgm:prSet presAssocID="{37EB4870-C5F1-4D83-88D9-CBB1927D5C03}" presName="singleCycle" presStyleCnt="0"/>
      <dgm:spPr/>
    </dgm:pt>
    <dgm:pt modelId="{B825CA5B-3BFD-41DA-987A-1EA70E472AA5}" type="pres">
      <dgm:prSet presAssocID="{37EB4870-C5F1-4D83-88D9-CBB1927D5C03}" presName="singleCenter" presStyleLbl="node1" presStyleIdx="0" presStyleCnt="4" custScaleX="116666" custScaleY="113666" custLinFactNeighborX="1526" custLinFactNeighborY="-8565">
        <dgm:presLayoutVars>
          <dgm:chMax val="7"/>
          <dgm:chPref val="7"/>
        </dgm:presLayoutVars>
      </dgm:prSet>
      <dgm:spPr/>
    </dgm:pt>
    <dgm:pt modelId="{8383B7BE-F5D0-4377-BB52-40F45EDDFF1A}" type="pres">
      <dgm:prSet presAssocID="{70CE440B-49F9-4504-B7EF-0BD05576B724}" presName="Name56" presStyleLbl="parChTrans1D2" presStyleIdx="0" presStyleCnt="3"/>
      <dgm:spPr/>
    </dgm:pt>
    <dgm:pt modelId="{CDBB4563-6C3D-4334-8770-8B638EA7DEF8}" type="pres">
      <dgm:prSet presAssocID="{6B96A140-EFD4-411A-AD0A-BE30458507FB}" presName="text0" presStyleLbl="node1" presStyleIdx="1" presStyleCnt="4" custScaleX="110312" custScaleY="120860" custRadScaleRad="115727" custRadScaleInc="149707">
        <dgm:presLayoutVars>
          <dgm:bulletEnabled val="1"/>
        </dgm:presLayoutVars>
      </dgm:prSet>
      <dgm:spPr/>
    </dgm:pt>
    <dgm:pt modelId="{A3FBFA51-FE8D-414E-A8EF-EFCAA5098059}" type="pres">
      <dgm:prSet presAssocID="{D6CCAF6B-5404-4533-9C5E-BDC23B57D17A}" presName="Name56" presStyleLbl="parChTrans1D2" presStyleIdx="1" presStyleCnt="3"/>
      <dgm:spPr/>
    </dgm:pt>
    <dgm:pt modelId="{F519C2B4-295E-4528-9526-32FDD6DDD271}" type="pres">
      <dgm:prSet presAssocID="{D3FC80C8-A483-4DAE-9DEC-DB343042702D}" presName="text0" presStyleLbl="node1" presStyleIdx="2" presStyleCnt="4" custScaleX="112881" custScaleY="122678" custRadScaleRad="64010" custRadScaleInc="95567">
        <dgm:presLayoutVars>
          <dgm:bulletEnabled val="1"/>
        </dgm:presLayoutVars>
      </dgm:prSet>
      <dgm:spPr/>
    </dgm:pt>
    <dgm:pt modelId="{1D85FCBD-AAD5-4DD5-A3F6-EB474B46EA2B}" type="pres">
      <dgm:prSet presAssocID="{C8353A02-4A7F-44B0-9B88-3B3B3F38ED03}" presName="Name56" presStyleLbl="parChTrans1D2" presStyleIdx="2" presStyleCnt="3"/>
      <dgm:spPr/>
    </dgm:pt>
    <dgm:pt modelId="{958A630E-B426-48A6-860E-24F97A51C262}" type="pres">
      <dgm:prSet presAssocID="{3CAF6AA8-7DB2-45FC-8FDC-FDD8AE3BDB41}" presName="text0" presStyleLbl="node1" presStyleIdx="3" presStyleCnt="4" custScaleX="117903" custScaleY="122221" custRadScaleRad="94628" custRadScaleInc="47903">
        <dgm:presLayoutVars>
          <dgm:bulletEnabled val="1"/>
        </dgm:presLayoutVars>
      </dgm:prSet>
      <dgm:spPr/>
    </dgm:pt>
  </dgm:ptLst>
  <dgm:cxnLst>
    <dgm:cxn modelId="{85A91F00-A5D7-4D6D-800C-418C6976D33B}" srcId="{37EB4870-C5F1-4D83-88D9-CBB1927D5C03}" destId="{D3FC80C8-A483-4DAE-9DEC-DB343042702D}" srcOrd="1" destOrd="0" parTransId="{D6CCAF6B-5404-4533-9C5E-BDC23B57D17A}" sibTransId="{48E9C157-88ED-4FCE-858A-E6266A8D1F11}"/>
    <dgm:cxn modelId="{76871E06-1219-4122-A692-3A2AE710AB03}" srcId="{37EB4870-C5F1-4D83-88D9-CBB1927D5C03}" destId="{3CAF6AA8-7DB2-45FC-8FDC-FDD8AE3BDB41}" srcOrd="2" destOrd="0" parTransId="{C8353A02-4A7F-44B0-9B88-3B3B3F38ED03}" sibTransId="{78CF62DF-B50E-47FD-BB3D-42D84B5E6170}"/>
    <dgm:cxn modelId="{81A67A0E-5E92-43D6-860E-9D2E223518FD}" type="presOf" srcId="{3CAF6AA8-7DB2-45FC-8FDC-FDD8AE3BDB41}" destId="{958A630E-B426-48A6-860E-24F97A51C262}" srcOrd="0" destOrd="0" presId="urn:microsoft.com/office/officeart/2008/layout/RadialCluster"/>
    <dgm:cxn modelId="{FCDD6520-6F7F-46DB-BFDD-0F673E65A901}" srcId="{B8E219FF-48E9-48B2-B079-9B8BC403B857}" destId="{37EB4870-C5F1-4D83-88D9-CBB1927D5C03}" srcOrd="0" destOrd="0" parTransId="{A94251B4-E14C-410F-9E6D-62C48E21CBA2}" sibTransId="{7F411F1E-1DFD-4FED-B394-497B50EB2156}"/>
    <dgm:cxn modelId="{39AC8629-2C79-4340-B7AD-E0AD6AEA7541}" srcId="{37EB4870-C5F1-4D83-88D9-CBB1927D5C03}" destId="{6B96A140-EFD4-411A-AD0A-BE30458507FB}" srcOrd="0" destOrd="0" parTransId="{70CE440B-49F9-4504-B7EF-0BD05576B724}" sibTransId="{BB6DB404-C158-4CD0-8FEC-F5CFF04EF935}"/>
    <dgm:cxn modelId="{111E36A6-74D5-4C9A-82DC-9B2465EF3DE7}" type="presOf" srcId="{D6CCAF6B-5404-4533-9C5E-BDC23B57D17A}" destId="{A3FBFA51-FE8D-414E-A8EF-EFCAA5098059}" srcOrd="0" destOrd="0" presId="urn:microsoft.com/office/officeart/2008/layout/RadialCluster"/>
    <dgm:cxn modelId="{BF59EBA9-430C-4958-BF2A-F4DF03CE9066}" type="presOf" srcId="{D3FC80C8-A483-4DAE-9DEC-DB343042702D}" destId="{F519C2B4-295E-4528-9526-32FDD6DDD271}" srcOrd="0" destOrd="0" presId="urn:microsoft.com/office/officeart/2008/layout/RadialCluster"/>
    <dgm:cxn modelId="{40787AAB-21EC-4D31-917E-BC4002808AE2}" type="presOf" srcId="{C8353A02-4A7F-44B0-9B88-3B3B3F38ED03}" destId="{1D85FCBD-AAD5-4DD5-A3F6-EB474B46EA2B}" srcOrd="0" destOrd="0" presId="urn:microsoft.com/office/officeart/2008/layout/RadialCluster"/>
    <dgm:cxn modelId="{3991AEC6-2659-4CDC-88DD-8ED8A963C267}" type="presOf" srcId="{37EB4870-C5F1-4D83-88D9-CBB1927D5C03}" destId="{B825CA5B-3BFD-41DA-987A-1EA70E472AA5}" srcOrd="0" destOrd="0" presId="urn:microsoft.com/office/officeart/2008/layout/RadialCluster"/>
    <dgm:cxn modelId="{1A8C58C9-597C-418C-98AE-345F0EFAB6BA}" type="presOf" srcId="{B8E219FF-48E9-48B2-B079-9B8BC403B857}" destId="{C433C12F-6F3C-456A-92E0-1571B1B4F549}" srcOrd="0" destOrd="0" presId="urn:microsoft.com/office/officeart/2008/layout/RadialCluster"/>
    <dgm:cxn modelId="{CEA5A5E4-5749-4F4D-8314-CE45E6D9B3A3}" type="presOf" srcId="{6B96A140-EFD4-411A-AD0A-BE30458507FB}" destId="{CDBB4563-6C3D-4334-8770-8B638EA7DEF8}" srcOrd="0" destOrd="0" presId="urn:microsoft.com/office/officeart/2008/layout/RadialCluster"/>
    <dgm:cxn modelId="{C24C5DEB-9679-40B4-8447-1C5FC7FCB70F}" type="presOf" srcId="{70CE440B-49F9-4504-B7EF-0BD05576B724}" destId="{8383B7BE-F5D0-4377-BB52-40F45EDDFF1A}" srcOrd="0" destOrd="0" presId="urn:microsoft.com/office/officeart/2008/layout/RadialCluster"/>
    <dgm:cxn modelId="{65F239E2-7F36-4E10-9EE2-F33A6738CCF5}" type="presParOf" srcId="{C433C12F-6F3C-456A-92E0-1571B1B4F549}" destId="{35379D4C-E51F-46EF-A156-9C433FEF8A01}" srcOrd="0" destOrd="0" presId="urn:microsoft.com/office/officeart/2008/layout/RadialCluster"/>
    <dgm:cxn modelId="{284223C0-DC28-4B31-B5D8-C0D044187F43}" type="presParOf" srcId="{35379D4C-E51F-46EF-A156-9C433FEF8A01}" destId="{B825CA5B-3BFD-41DA-987A-1EA70E472AA5}" srcOrd="0" destOrd="0" presId="urn:microsoft.com/office/officeart/2008/layout/RadialCluster"/>
    <dgm:cxn modelId="{A6B0F4E4-82AD-4533-80CC-EEB3ED8EF091}" type="presParOf" srcId="{35379D4C-E51F-46EF-A156-9C433FEF8A01}" destId="{8383B7BE-F5D0-4377-BB52-40F45EDDFF1A}" srcOrd="1" destOrd="0" presId="urn:microsoft.com/office/officeart/2008/layout/RadialCluster"/>
    <dgm:cxn modelId="{F028782F-456E-42D1-8D6B-E6021DB420AC}" type="presParOf" srcId="{35379D4C-E51F-46EF-A156-9C433FEF8A01}" destId="{CDBB4563-6C3D-4334-8770-8B638EA7DEF8}" srcOrd="2" destOrd="0" presId="urn:microsoft.com/office/officeart/2008/layout/RadialCluster"/>
    <dgm:cxn modelId="{1F95E5D1-C148-4CEA-9891-4CC477EB5496}" type="presParOf" srcId="{35379D4C-E51F-46EF-A156-9C433FEF8A01}" destId="{A3FBFA51-FE8D-414E-A8EF-EFCAA5098059}" srcOrd="3" destOrd="0" presId="urn:microsoft.com/office/officeart/2008/layout/RadialCluster"/>
    <dgm:cxn modelId="{C7CBBF95-BDE4-4A38-A0E7-06F03F20F012}" type="presParOf" srcId="{35379D4C-E51F-46EF-A156-9C433FEF8A01}" destId="{F519C2B4-295E-4528-9526-32FDD6DDD271}" srcOrd="4" destOrd="0" presId="urn:microsoft.com/office/officeart/2008/layout/RadialCluster"/>
    <dgm:cxn modelId="{C8037483-97B4-4C34-BAEC-1A6CD2E1C8F2}" type="presParOf" srcId="{35379D4C-E51F-46EF-A156-9C433FEF8A01}" destId="{1D85FCBD-AAD5-4DD5-A3F6-EB474B46EA2B}" srcOrd="5" destOrd="0" presId="urn:microsoft.com/office/officeart/2008/layout/RadialCluster"/>
    <dgm:cxn modelId="{E4B8693F-2CF9-4C6A-B8E1-1910FECE2CD2}" type="presParOf" srcId="{35379D4C-E51F-46EF-A156-9C433FEF8A01}" destId="{958A630E-B426-48A6-860E-24F97A51C262}" srcOrd="6" destOrd="0" presId="urn:microsoft.com/office/officeart/2008/layout/RadialCluster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825CA5B-3BFD-41DA-987A-1EA70E472AA5}">
      <dsp:nvSpPr>
        <dsp:cNvPr id="0" name=""/>
        <dsp:cNvSpPr/>
      </dsp:nvSpPr>
      <dsp:spPr>
        <a:xfrm>
          <a:off x="3223030" y="2015120"/>
          <a:ext cx="1933020" cy="1883313"/>
        </a:xfrm>
        <a:prstGeom prst="roundRect">
          <a:avLst/>
        </a:prstGeom>
        <a:solidFill>
          <a:srgbClr val="CB1B4A"/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640" tIns="40640" rIns="40640" bIns="4064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600" kern="1200" dirty="0"/>
            <a:t>Presentazione di tecniche e strumenti </a:t>
          </a:r>
          <a:r>
            <a:rPr lang="it-IT" sz="1600" kern="1200" dirty="0" err="1"/>
            <a:t>MSaaS</a:t>
          </a:r>
          <a:r>
            <a:rPr lang="it-IT" sz="1600" kern="1200" dirty="0"/>
            <a:t> per l’analisi simulativa dei business </a:t>
          </a:r>
          <a:r>
            <a:rPr lang="it-IT" sz="1600" kern="1200" dirty="0" err="1"/>
            <a:t>process</a:t>
          </a:r>
          <a:endParaRPr lang="it-IT" sz="1600" kern="1200" dirty="0"/>
        </a:p>
      </dsp:txBody>
      <dsp:txXfrm>
        <a:off x="3314966" y="2107056"/>
        <a:ext cx="1749148" cy="1699441"/>
      </dsp:txXfrm>
    </dsp:sp>
    <dsp:sp modelId="{8383B7BE-F5D0-4377-BB52-40F45EDDFF1A}">
      <dsp:nvSpPr>
        <dsp:cNvPr id="0" name=""/>
        <dsp:cNvSpPr/>
      </dsp:nvSpPr>
      <dsp:spPr>
        <a:xfrm rot="508078">
          <a:off x="5148943" y="3196667"/>
          <a:ext cx="1303801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303801" y="0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DBB4563-6C3D-4334-8770-8B638EA7DEF8}">
      <dsp:nvSpPr>
        <dsp:cNvPr id="0" name=""/>
        <dsp:cNvSpPr/>
      </dsp:nvSpPr>
      <dsp:spPr>
        <a:xfrm>
          <a:off x="6445637" y="2712981"/>
          <a:ext cx="1224587" cy="1341681"/>
        </a:xfrm>
        <a:prstGeom prst="roundRect">
          <a:avLst/>
        </a:prstGeom>
        <a:solidFill>
          <a:srgbClr val="CB1B4A"/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400" kern="1200" dirty="0"/>
            <a:t>Analisi e Simulazione di un business </a:t>
          </a:r>
          <a:r>
            <a:rPr lang="it-IT" sz="1400" kern="1200" dirty="0" err="1"/>
            <a:t>process</a:t>
          </a:r>
          <a:endParaRPr lang="it-IT" sz="1400" kern="1200" dirty="0"/>
        </a:p>
      </dsp:txBody>
      <dsp:txXfrm>
        <a:off x="6505416" y="2772760"/>
        <a:ext cx="1105029" cy="1222123"/>
      </dsp:txXfrm>
    </dsp:sp>
    <dsp:sp modelId="{A3FBFA51-FE8D-414E-A8EF-EFCAA5098059}">
      <dsp:nvSpPr>
        <dsp:cNvPr id="0" name=""/>
        <dsp:cNvSpPr/>
      </dsp:nvSpPr>
      <dsp:spPr>
        <a:xfrm rot="5403787">
          <a:off x="4057033" y="4029758"/>
          <a:ext cx="262649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62649" y="0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519C2B4-295E-4528-9526-32FDD6DDD271}">
      <dsp:nvSpPr>
        <dsp:cNvPr id="0" name=""/>
        <dsp:cNvSpPr/>
      </dsp:nvSpPr>
      <dsp:spPr>
        <a:xfrm>
          <a:off x="3560910" y="4161083"/>
          <a:ext cx="1253105" cy="1361863"/>
        </a:xfrm>
        <a:prstGeom prst="roundRect">
          <a:avLst/>
        </a:prstGeom>
        <a:solidFill>
          <a:srgbClr val="CB1B4A"/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400" kern="1200" dirty="0"/>
            <a:t>Applicazione web per piattaforme </a:t>
          </a:r>
          <a:r>
            <a:rPr lang="it-IT" sz="1400" kern="1200" dirty="0" err="1"/>
            <a:t>MSaaS</a:t>
          </a:r>
          <a:endParaRPr lang="it-IT" sz="1400" kern="1200" dirty="0"/>
        </a:p>
      </dsp:txBody>
      <dsp:txXfrm>
        <a:off x="3622082" y="4222255"/>
        <a:ext cx="1130761" cy="1239519"/>
      </dsp:txXfrm>
    </dsp:sp>
    <dsp:sp modelId="{1D85FCBD-AAD5-4DD5-A3F6-EB474B46EA2B}">
      <dsp:nvSpPr>
        <dsp:cNvPr id="0" name=""/>
        <dsp:cNvSpPr/>
      </dsp:nvSpPr>
      <dsp:spPr>
        <a:xfrm rot="10132364">
          <a:off x="2349588" y="3231958"/>
          <a:ext cx="881729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881729" y="0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58A630E-B426-48A6-860E-24F97A51C262}">
      <dsp:nvSpPr>
        <dsp:cNvPr id="0" name=""/>
        <dsp:cNvSpPr/>
      </dsp:nvSpPr>
      <dsp:spPr>
        <a:xfrm>
          <a:off x="1049020" y="2767362"/>
          <a:ext cx="1308855" cy="1356790"/>
        </a:xfrm>
        <a:prstGeom prst="roundRect">
          <a:avLst/>
        </a:prstGeom>
        <a:solidFill>
          <a:srgbClr val="CB1B4A"/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400" kern="1200" dirty="0"/>
            <a:t>Business </a:t>
          </a:r>
          <a:r>
            <a:rPr lang="it-IT" sz="1400" kern="1200" dirty="0" err="1"/>
            <a:t>Process</a:t>
          </a:r>
          <a:r>
            <a:rPr lang="it-IT" sz="1400" kern="1200" dirty="0"/>
            <a:t> e BPM</a:t>
          </a:r>
        </a:p>
      </dsp:txBody>
      <dsp:txXfrm>
        <a:off x="1112913" y="2831255"/>
        <a:ext cx="1181069" cy="122900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RadialCluster">
  <dgm:title val=""/>
  <dgm:desc val=""/>
  <dgm:catLst>
    <dgm:cat type="relationship" pri="19500"/>
    <dgm:cat type="cycle" pri="1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chMax val="1"/>
      <dgm:chPref val="1"/>
      <dgm:dir/>
      <dgm:animOne val="branch"/>
      <dgm:animLvl val="lvl"/>
    </dgm:varLst>
    <dgm:alg type="composite">
      <dgm:param type="ar" val="1.00"/>
    </dgm:alg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cnt="1 0" func="cnt" op="equ" val="1">
            <dgm:constrLst>
              <dgm:constr type="l" for="ch" forName="textCenter"/>
              <dgm:constr type="ctrY" for="ch" forName="textCenter" refType="h" fact="0.5"/>
              <dgm:constr type="w" for="ch" forName="textCenter" refType="w" fact="0.32"/>
              <dgm:constr type="h" for="ch" forName="textCenter" refType="w" refFor="ch" refForName="textCenter"/>
              <dgm:constr type="r" for="ch" forName="cycle_1" refType="w"/>
              <dgm:constr type="ctrY" for="ch" forName="cycle_1" refType="h" fact="0.5"/>
              <dgm:constr type="w" for="ch" forName="cycle_1" refType="w" fact="0.56"/>
              <dgm:constr type="h" for="ch" forName="cycle_1" refType="h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userS" for="des" ptType="node" refType="w" refFor="ch" refForName="textCenter" fact="0.67"/>
            </dgm:constrLst>
          </dgm:if>
          <dgm:if name="Name5" axis="ch ch" ptType="node node" cnt="1 0" func="cnt" op="equ" val="2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5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/>
              <dgm:constr type="h" for="ch" forName="cycle_1" refType="h" fact="0.34"/>
              <dgm:constr type="ctrX" for="ch" forName="cycle_2" refType="w" fact="0.5"/>
              <dgm:constr type="b" for="ch" forName="cycle_2" refType="h"/>
              <dgm:constr type="w" for="ch" forName="cycle_2" refType="w"/>
              <dgm:constr type="h" for="ch" forName="cycle_2" refType="h" fact="0.34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userS" for="des" ptType="node" refType="w" refFor="ch" refForName="textCenter" fact="0.67"/>
            </dgm:constrLst>
          </dgm:if>
          <dgm:if name="Name6" axis="ch ch" ptType="node node" cnt="1 0" func="cnt" op="equ" val="3">
            <dgm:choose name="Name7">
              <dgm:if name="Name8" axis="ch ch ch" ptType="node node node" st="1 2 0" cnt="1 1 0" func="cnt" op="equ" val="1">
                <dgm:choose name="Name9">
                  <dgm:if name="Name10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1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if>
              <dgm:else name="Name12">
                <dgm:choose name="Name13">
                  <dgm:if name="Name14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15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else>
            </dgm:choose>
          </dgm:if>
          <dgm:if name="Name16" axis="ch ch" ptType="node node" cnt="1 0" func="cnt" op="equ" val="4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5"/>
              <dgm:constr type="h" for="ch" forName="cycle_1" refType="h" fact="0.33"/>
              <dgm:constr type="r" for="ch" forName="cycle_2" refType="w"/>
              <dgm:constr type="ctrY" for="ch" forName="cycle_2" refType="h" fact="0.5"/>
              <dgm:constr type="w" for="ch" forName="cycle_2" refType="w" fact="0.33"/>
              <dgm:constr type="h" for="ch" forName="cycle_2" refType="h" fact="0.5"/>
              <dgm:constr type="ctrX" for="ch" forName="cycle_3" refType="w" fact="0.5"/>
              <dgm:constr type="b" for="ch" forName="cycle_3" refType="h"/>
              <dgm:constr type="w" for="ch" forName="cycle_3" refType="w" fact="0.5"/>
              <dgm:constr type="h" for="ch" forName="cycle_3" refType="h" fact="0.33"/>
              <dgm:constr type="l" for="ch" forName="cycle_4"/>
              <dgm:constr type="ctrY" for="ch" forName="cycle_4" refType="h" fact="0.5"/>
              <dgm:constr type="w" for="ch" forName="cycle_4" refType="w" fact="0.33"/>
              <dgm:constr type="h" for="ch" forName="cycle_4" refType="h" fact="0.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userS" for="des" ptType="node" refType="w" refFor="ch" refForName="textCenter" fact="0.67"/>
            </dgm:constrLst>
          </dgm:if>
          <dgm:if name="Name17" axis="ch ch" ptType="node node" cnt="1 0" func="cnt" op="equ" val="5">
            <dgm:constrLst>
              <dgm:constr type="ctrX" for="ch" forName="textCenter" refType="w" fact="0.5"/>
              <dgm:constr type="t" for="ch" forName="textCenter" refType="h" fact="0.42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r" for="ch" forName="cycle_2" refType="w"/>
              <dgm:constr type="t" for="ch" forName="cycle_2" refType="h" fact="0.24"/>
              <dgm:constr type="w" for="ch" forName="cycle_2" refType="w" fact="0.33"/>
              <dgm:constr type="h" for="ch" forName="cycle_2" refType="w" refFor="ch" refForName="cycle_2"/>
              <dgm:constr type="r" for="ch" forName="cycle_3" refType="w" fact="0.89"/>
              <dgm:constr type="b" for="ch" forName="cycle_3" refType="h"/>
              <dgm:constr type="w" for="ch" forName="cycle_3" refType="w" fact="0.33"/>
              <dgm:constr type="h" for="ch" forName="cycle_3" refType="w" refFor="ch" refForName="cycle_3"/>
              <dgm:constr type="l" for="ch" forName="cycle_4" refType="w" fact="0.11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l" for="ch" forName="cycle_5"/>
              <dgm:constr type="t" for="ch" forName="cycle_5" refType="h" fact="0.24"/>
              <dgm:constr type="w" for="ch" forName="cycle_5" refType="w" fact="0.33"/>
              <dgm:constr type="h" for="ch" forName="cycle_5" refType="w" refFor="ch" refForName="cycle_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userS" for="des" ptType="node" refType="w" refFor="ch" refForName="textCenter" fact="0.67"/>
            </dgm:constrLst>
          </dgm:if>
          <dgm:if name="Name18" axis="ch ch" ptType="node node" cnt="1 0" func="cnt" op="equ" val="6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r" for="ch" forName="cycle_2" refType="w"/>
              <dgm:constr type="t" for="ch" forName="cycle_2" refType="h" fact="0.17"/>
              <dgm:constr type="w" for="ch" forName="cycle_2" refType="w" fact="0.33"/>
              <dgm:constr type="h" for="ch" forName="cycle_2" refType="w" refFor="ch" refForName="cycle_2"/>
              <dgm:constr type="r" for="ch" forName="cycle_3" refType="w"/>
              <dgm:constr type="b" for="ch" forName="cycle_3" refType="h" fact="0.83"/>
              <dgm:constr type="w" for="ch" forName="cycle_3" refType="w" fact="0.33"/>
              <dgm:constr type="h" for="ch" forName="cycle_3" refType="w" refFor="ch" refForName="cycle_3"/>
              <dgm:constr type="ctrX" for="ch" forName="cycle_4" refType="w" fact="0.5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l" for="ch" forName="cycle_5"/>
              <dgm:constr type="b" for="ch" forName="cycle_5" refType="h" fact="0.83"/>
              <dgm:constr type="w" for="ch" forName="cycle_5" refType="w" fact="0.33"/>
              <dgm:constr type="h" for="ch" forName="cycle_5" refType="w" refFor="ch" refForName="cycle_5"/>
              <dgm:constr type="l" for="ch" forName="cycle_6"/>
              <dgm:constr type="t" for="ch" forName="cycle_6" refType="h" fact="0.17"/>
              <dgm:constr type="w" for="ch" forName="cycle_6" refType="w" fact="0.33"/>
              <dgm:constr type="h" for="ch" forName="cycle_6" refType="w" refFor="ch" refForName="cycle_6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userS" for="des" ptType="node" refType="w" refFor="ch" refForName="textCenter" fact="0.67"/>
            </dgm:constrLst>
          </dgm:if>
          <dgm:else name="Name19">
            <dgm:constrLst>
              <dgm:constr type="ctrX" for="ch" forName="textCenter" refType="w" fact="0.5"/>
              <dgm:constr type="t" for="ch" forName="textCenter" refType="h" fact="0.444"/>
              <dgm:constr type="w" for="ch" forName="textCenter" refType="w" fact="0.167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263"/>
              <dgm:constr type="h" for="ch" forName="cycle_1" refType="w" refFor="ch" refForName="cycle_1"/>
              <dgm:constr type="r" for="ch" forName="cycle_2" refType="w" fact="0.938"/>
              <dgm:constr type="t" for="ch" forName="cycle_2" refType="h" fact="0.141"/>
              <dgm:constr type="w" for="ch" forName="cycle_2" refType="w" fact="0.263"/>
              <dgm:constr type="h" for="ch" forName="cycle_2" refType="w" refFor="ch" refForName="cycle_2"/>
              <dgm:constr type="r" for="ch" forName="cycle_3" refType="w"/>
              <dgm:constr type="b" for="ch" forName="cycle_3" refType="h" fact="0.74"/>
              <dgm:constr type="w" for="ch" forName="cycle_3" refType="w" fact="0.263"/>
              <dgm:constr type="h" for="ch" forName="cycle_3" refType="w" refFor="ch" refForName="cycle_3"/>
              <dgm:constr type="r" for="ch" forName="cycle_4" refType="w" fact="0.8"/>
              <dgm:constr type="b" for="ch" forName="cycle_4" refType="h"/>
              <dgm:constr type="w" for="ch" forName="cycle_4" refType="w" fact="0.263"/>
              <dgm:constr type="h" for="ch" forName="cycle_4" refType="w" refFor="ch" refForName="cycle_4"/>
              <dgm:constr type="l" for="ch" forName="cycle_5" refType="w" fact="0.2"/>
              <dgm:constr type="b" for="ch" forName="cycle_5" refType="h"/>
              <dgm:constr type="w" for="ch" forName="cycle_5" refType="w" fact="0.263"/>
              <dgm:constr type="h" for="ch" forName="cycle_5" refType="w" refFor="ch" refForName="cycle_5"/>
              <dgm:constr type="l" for="ch" forName="cycle_6"/>
              <dgm:constr type="b" for="ch" forName="cycle_6" refType="h" fact="0.74"/>
              <dgm:constr type="w" for="ch" forName="cycle_6" refType="w" fact="0.263"/>
              <dgm:constr type="h" for="ch" forName="cycle_6" refType="w" refFor="ch" refForName="cycle_6"/>
              <dgm:constr type="l" for="ch" forName="cycle_7" refType="w" fact="0.062"/>
              <dgm:constr type="t" for="ch" forName="cycle_7" refType="h" fact="0.141"/>
              <dgm:constr type="w" for="ch" forName="cycle_7" refType="w" fact="0.263"/>
              <dgm:constr type="h" for="ch" forName="cycle_7" refType="w" refFor="ch" refForName="cycle_7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primFontSz" for="des" forName="childCenter7" refType="primFontSz" refFor="des" refForName="childCenter1" op="equ"/>
              <dgm:constr type="primFontSz" for="des" forName="text7" refType="primFontSz" refFor="des" refForName="text1" op="equ"/>
              <dgm:constr type="userS" for="des" ptType="node" refType="w" refFor="ch" refForName="textCenter" fact="0.67"/>
            </dgm:constrLst>
          </dgm:else>
        </dgm:choose>
      </dgm:if>
      <dgm:else name="Name20">
        <dgm:choose name="Name21">
          <dgm:if name="Name22" axis="ch ch" ptType="node node" func="cnt" op="equ" val="1">
            <dgm:constrLst>
              <dgm:constr type="r" for="ch" forName="textCenter" refType="w"/>
              <dgm:constr type="ctrY" for="ch" forName="textCenter" refType="h" fact="0.5"/>
              <dgm:constr type="w" for="ch" forName="textCenter" refType="w" fact="0.32"/>
              <dgm:constr type="h" for="ch" forName="textCenter" refType="w" refFor="ch" refForName="textCenter"/>
              <dgm:constr type="l" for="ch" forName="cycle_1"/>
              <dgm:constr type="ctrY" for="ch" forName="cycle_1" refType="h" fact="0.5"/>
              <dgm:constr type="w" for="ch" forName="cycle_1" refType="w" fact="0.56"/>
              <dgm:constr type="h" for="ch" forName="cycle_1" refType="h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userS" for="des" ptType="node" refType="w" refFor="ch" refForName="textCenter" fact="0.67"/>
            </dgm:constrLst>
          </dgm:if>
          <dgm:if name="Name23" axis="ch ch" ptType="node node" func="cnt" op="equ" val="2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5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/>
              <dgm:constr type="h" for="ch" forName="cycle_1" refType="h" fact="0.34"/>
              <dgm:constr type="ctrX" for="ch" forName="cycle_2" refType="w" fact="0.5"/>
              <dgm:constr type="b" for="ch" forName="cycle_2" refType="h"/>
              <dgm:constr type="w" for="ch" forName="cycle_2" refType="w"/>
              <dgm:constr type="h" for="ch" forName="cycle_2" refType="h" fact="0.34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userS" for="des" ptType="node" refType="w" refFor="ch" refForName="textCenter" fact="0.67"/>
            </dgm:constrLst>
          </dgm:if>
          <dgm:if name="Name24" axis="ch ch" ptType="node node" func="cnt" op="equ" val="3">
            <dgm:choose name="Name25">
              <dgm:if name="Name26" axis="ch ch ch" ptType="node node node" st="1 2 0" cnt="1 1 0" func="cnt" op="equ" val="1">
                <dgm:choose name="Name27">
                  <dgm:if name="Name28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29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if>
              <dgm:else name="Name30">
                <dgm:choose name="Name31">
                  <dgm:if name="Name32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33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else>
            </dgm:choose>
          </dgm:if>
          <dgm:if name="Name34" axis="ch ch" ptType="node node" func="cnt" op="equ" val="4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5"/>
              <dgm:constr type="h" for="ch" forName="cycle_1" refType="h" fact="0.33"/>
              <dgm:constr type="l" for="ch" forName="cycle_2"/>
              <dgm:constr type="ctrY" for="ch" forName="cycle_2" refType="h" fact="0.5"/>
              <dgm:constr type="w" for="ch" forName="cycle_2" refType="w" fact="0.33"/>
              <dgm:constr type="h" for="ch" forName="cycle_2" refType="h" fact="0.5"/>
              <dgm:constr type="ctrX" for="ch" forName="cycle_3" refType="w" fact="0.5"/>
              <dgm:constr type="b" for="ch" forName="cycle_3" refType="h"/>
              <dgm:constr type="w" for="ch" forName="cycle_3" refType="w" fact="0.5"/>
              <dgm:constr type="h" for="ch" forName="cycle_3" refType="h" fact="0.33"/>
              <dgm:constr type="r" for="ch" forName="cycle_4" refType="w"/>
              <dgm:constr type="ctrY" for="ch" forName="cycle_4" refType="h" fact="0.5"/>
              <dgm:constr type="w" for="ch" forName="cycle_4" refType="w" fact="0.33"/>
              <dgm:constr type="h" for="ch" forName="cycle_4" refType="h" fact="0.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userS" for="des" ptType="node" refType="w" refFor="ch" refForName="textCenter" fact="0.67"/>
            </dgm:constrLst>
          </dgm:if>
          <dgm:if name="Name35" axis="ch ch" ptType="node node" func="cnt" op="equ" val="5">
            <dgm:constrLst>
              <dgm:constr type="ctrX" for="ch" forName="textCenter" refType="w" fact="0.5"/>
              <dgm:constr type="t" for="ch" forName="textCenter" refType="h" fact="0.42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l" for="ch" forName="cycle_2"/>
              <dgm:constr type="t" for="ch" forName="cycle_2" refType="h" fact="0.24"/>
              <dgm:constr type="w" for="ch" forName="cycle_2" refType="w" fact="0.33"/>
              <dgm:constr type="h" for="ch" forName="cycle_2" refType="w" refFor="ch" refForName="cycle_2"/>
              <dgm:constr type="l" for="ch" forName="cycle_3" refType="w" fact="0.11"/>
              <dgm:constr type="b" for="ch" forName="cycle_3" refType="h"/>
              <dgm:constr type="w" for="ch" forName="cycle_3" refType="w" fact="0.33"/>
              <dgm:constr type="h" for="ch" forName="cycle_3" refType="w" refFor="ch" refForName="cycle_3"/>
              <dgm:constr type="r" for="ch" forName="cycle_4" refType="w" fact="0.89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r" for="ch" forName="cycle_5" refType="w"/>
              <dgm:constr type="t" for="ch" forName="cycle_5" refType="h" fact="0.24"/>
              <dgm:constr type="w" for="ch" forName="cycle_5" refType="w" fact="0.33"/>
              <dgm:constr type="h" for="ch" forName="cycle_5" refType="w" refFor="ch" refForName="cycle_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userS" for="des" ptType="node" refType="w" refFor="ch" refForName="textCenter" fact="0.67"/>
            </dgm:constrLst>
          </dgm:if>
          <dgm:if name="Name36" axis="ch ch" ptType="node node" func="cnt" op="equ" val="6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l" for="ch" forName="cycle_2"/>
              <dgm:constr type="t" for="ch" forName="cycle_2" refType="h" fact="0.17"/>
              <dgm:constr type="w" for="ch" forName="cycle_2" refType="w" fact="0.33"/>
              <dgm:constr type="h" for="ch" forName="cycle_2" refType="w" refFor="ch" refForName="cycle_2"/>
              <dgm:constr type="l" for="ch" forName="cycle_3"/>
              <dgm:constr type="b" for="ch" forName="cycle_3" refType="h" fact="0.83"/>
              <dgm:constr type="w" for="ch" forName="cycle_3" refType="w" fact="0.33"/>
              <dgm:constr type="h" for="ch" forName="cycle_3" refType="w" refFor="ch" refForName="cycle_3"/>
              <dgm:constr type="ctrX" for="ch" forName="cycle_4" refType="w" fact="0.5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r" for="ch" forName="cycle_5" refType="w"/>
              <dgm:constr type="b" for="ch" forName="cycle_5" refType="h" fact="0.83"/>
              <dgm:constr type="w" for="ch" forName="cycle_5" refType="w" fact="0.33"/>
              <dgm:constr type="h" for="ch" forName="cycle_5" refType="w" refFor="ch" refForName="cycle_5"/>
              <dgm:constr type="r" for="ch" forName="cycle_6" refType="w"/>
              <dgm:constr type="t" for="ch" forName="cycle_6" refType="h" fact="0.17"/>
              <dgm:constr type="w" for="ch" forName="cycle_6" refType="w" fact="0.33"/>
              <dgm:constr type="h" for="ch" forName="cycle_6" refType="w" refFor="ch" refForName="cycle_6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userS" for="des" ptType="node" refType="w" refFor="ch" refForName="textCenter" fact="0.67"/>
            </dgm:constrLst>
          </dgm:if>
          <dgm:else name="Name37">
            <dgm:constrLst>
              <dgm:constr type="ctrX" for="ch" forName="textCenter" refType="w" fact="0.5"/>
              <dgm:constr type="t" for="ch" forName="textCenter" refType="h" fact="0.444"/>
              <dgm:constr type="w" for="ch" forName="textCenter" refType="w" fact="0.167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263"/>
              <dgm:constr type="h" for="ch" forName="cycle_1" refType="w" refFor="ch" refForName="cycle_1"/>
              <dgm:constr type="l" for="ch" forName="cycle_2" refType="w" fact="0.062"/>
              <dgm:constr type="t" for="ch" forName="cycle_2" refType="h" fact="0.141"/>
              <dgm:constr type="w" for="ch" forName="cycle_2" refType="w" fact="0.263"/>
              <dgm:constr type="h" for="ch" forName="cycle_2" refType="w" refFor="ch" refForName="cycle_2"/>
              <dgm:constr type="l" for="ch" forName="cycle_3"/>
              <dgm:constr type="b" for="ch" forName="cycle_3" refType="h" fact="0.74"/>
              <dgm:constr type="w" for="ch" forName="cycle_3" refType="w" fact="0.263"/>
              <dgm:constr type="h" for="ch" forName="cycle_3" refType="w" refFor="ch" refForName="cycle_3"/>
              <dgm:constr type="l" for="ch" forName="cycle_4" refType="w" fact="0.2"/>
              <dgm:constr type="b" for="ch" forName="cycle_4" refType="h"/>
              <dgm:constr type="w" for="ch" forName="cycle_4" refType="w" fact="0.263"/>
              <dgm:constr type="h" for="ch" forName="cycle_4" refType="w" refFor="ch" refForName="cycle_4"/>
              <dgm:constr type="r" for="ch" forName="cycle_5" refType="w" fact="0.8"/>
              <dgm:constr type="b" for="ch" forName="cycle_5" refType="h"/>
              <dgm:constr type="w" for="ch" forName="cycle_5" refType="w" fact="0.263"/>
              <dgm:constr type="h" for="ch" forName="cycle_5" refType="w" refFor="ch" refForName="cycle_5"/>
              <dgm:constr type="r" for="ch" forName="cycle_6" refType="w"/>
              <dgm:constr type="b" for="ch" forName="cycle_6" refType="h" fact="0.74"/>
              <dgm:constr type="w" for="ch" forName="cycle_6" refType="w" fact="0.263"/>
              <dgm:constr type="h" for="ch" forName="cycle_6" refType="w" refFor="ch" refForName="cycle_6"/>
              <dgm:constr type="r" for="ch" forName="cycle_7" refType="w" fact="0.938"/>
              <dgm:constr type="t" for="ch" forName="cycle_7" refType="h" fact="0.141"/>
              <dgm:constr type="w" for="ch" forName="cycle_7" refType="w" fact="0.263"/>
              <dgm:constr type="h" for="ch" forName="cycle_7" refType="w" refFor="ch" refForName="cycle_7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primFontSz" for="des" forName="childCenter7" refType="primFontSz" refFor="des" refForName="childCenter1" op="equ"/>
              <dgm:constr type="primFontSz" for="des" forName="text7" refType="primFontSz" refFor="des" refForName="text1" op="equ"/>
              <dgm:constr type="userS" for="des" ptType="node" refType="w" refFor="ch" refForName="textCenter" fact="0.67"/>
            </dgm:constrLst>
          </dgm:else>
        </dgm:choose>
      </dgm:else>
    </dgm:choose>
    <dgm:forEach name="Name38" axis="ch" ptType="node" cnt="1">
      <dgm:choose name="Name39">
        <dgm:if name="Name40" axis="des" func="maxDepth" op="lte" val="1">
          <dgm:layoutNode name="singleCycle">
            <dgm:choose name="Name41">
              <dgm:if name="Name42" axis="ch" ptType="node" func="cnt" op="equ" val="1">
                <dgm:choose name="Name43">
                  <dgm:if name="Name44" func="var" arg="dir" op="equ" val="norm">
                    <dgm:alg type="cycle">
                      <dgm:param type="stAng" val="90"/>
                      <dgm:param type="ctrShpMap" val="fNode"/>
                    </dgm:alg>
                  </dgm:if>
                  <dgm:else name="Name45">
                    <dgm:alg type="cycle">
                      <dgm:param type="stAng" val="-90"/>
                      <dgm:param type="spanAng" val="-360"/>
                      <dgm:param type="ctrShpMap" val="fNode"/>
                    </dgm:alg>
                  </dgm:else>
                </dgm:choose>
              </dgm:if>
              <dgm:else name="Name46">
                <dgm:choose name="Name47">
                  <dgm:if name="Name48" func="var" arg="dir" op="equ" val="norm">
                    <dgm:alg type="cycle">
                      <dgm:param type="ctrShpMap" val="fNode"/>
                    </dgm:alg>
                  </dgm:if>
                  <dgm:else name="Name49">
                    <dgm:alg type="cycle">
                      <dgm:param type="spanAng" val="-360"/>
                      <dgm:param type="ctrShpMap" val="fNode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hoose name="Name50">
              <dgm:if name="Name51" axis="ch" ptType="node" func="cnt" op="equ" val="0">
                <dgm:constrLst>
                  <dgm:constr type="w" for="ch" forName="singleCenter" refType="w"/>
                  <dgm:constr type="h" for="ch" forName="singleCenter" refType="w" refFor="ch" refForName="singleCenter"/>
                </dgm:constrLst>
              </dgm:if>
              <dgm:if name="Name52" axis="ch" ptType="node" func="cnt" op="equ" val="1">
                <dgm:constrLst>
                  <dgm:constr type="w" for="ch" forName="singleCenter" refType="w" fact="0.5"/>
                  <dgm:constr type="h" for="ch" forName="singleCenter" refType="w" refFor="ch" refForName="singleCenter"/>
                  <dgm:constr type="userS" for="ch" ptType="node" refType="w" refFor="ch" refForName="singleCenter" fact="0.67"/>
                </dgm:constrLst>
              </dgm:if>
              <dgm:else name="Name53">
                <dgm:constrLst>
                  <dgm:constr type="w" for="ch" forName="singleCenter" refType="w" fact="0.3"/>
                  <dgm:constr type="h" for="ch" forName="singleCenter" refType="w" refFor="ch" refForName="singleCenter"/>
                  <dgm:constr type="userS" for="ch" ptType="node" refType="w" refFor="ch" refForName="singleCenter" fact="0.67"/>
                </dgm:constrLst>
              </dgm:else>
            </dgm:choose>
            <dgm:layoutNode name="singleCenter" styleLbl="node1">
              <dgm:varLst>
                <dgm:chMax val="7"/>
                <dgm:chPref val="7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self" ptType="node"/>
              <dgm:constrLst>
                <dgm:constr type="tMarg" refType="primFontSz" fact="0.2"/>
                <dgm:constr type="bMarg" refType="primFontSz" fact="0.2"/>
                <dgm:constr type="lMarg" refType="primFontSz" fact="0.2"/>
                <dgm:constr type="rMarg" refType="primFontSz" fact="0.2"/>
              </dgm:constrLst>
              <dgm:ruleLst>
                <dgm:rule type="primFontSz" val="5" fact="NaN" max="NaN"/>
              </dgm:ruleLst>
            </dgm:layoutNode>
            <dgm:forEach name="Name54" axis="ch" cnt="21">
              <dgm:forEach name="Name55" axis="self" ptType="parTrans">
                <dgm:layoutNode name="Name56">
                  <dgm:alg type="conn">
                    <dgm:param type="dim" val="1D"/>
                    <dgm:param type="begPts" val="auto"/>
                    <dgm:param type="endPts" val="auto"/>
                    <dgm:param type="begSty" val="noArr"/>
                    <dgm:param type="endSty" val="noArr"/>
                  </dgm:alg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</dgm:layoutNode>
              </dgm:forEach>
              <dgm:forEach name="Name57" axis="self" ptType="node">
                <dgm:layoutNode name="text0" styleLbl="node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/>
                  </dgm:shape>
                  <dgm:presOf axis="desOrSelf" ptType="node"/>
                  <dgm:constrLst>
                    <dgm:constr type="userS"/>
                    <dgm:constr type="w" refType="userS"/>
                    <dgm:constr type="h" refType="w"/>
                    <dgm:constr type="tMarg" refType="primFontSz" fact="0.2"/>
                    <dgm:constr type="bMarg" refType="primFontSz" fact="0.2"/>
                    <dgm:constr type="lMarg" refType="primFontSz" fact="0.2"/>
                    <dgm:constr type="rMarg" refType="primFontSz" fact="0.2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if>
        <dgm:else name="Name58">
          <dgm:layoutNode name="textCenter" styleLbl="node1">
            <dgm:alg type="tx"/>
            <dgm:shape xmlns:r="http://schemas.openxmlformats.org/officeDocument/2006/relationships" type="roundRect" r:blip="">
              <dgm:adjLst/>
            </dgm:shape>
            <dgm:presOf axis="self" ptType="node"/>
            <dgm:constrLst>
              <dgm:constr type="tMarg" refType="primFontSz" fact="0.2"/>
              <dgm:constr type="bMarg" refType="primFontSz" fact="0.2"/>
              <dgm:constr type="lMarg" refType="primFontSz" fact="0.2"/>
              <dgm:constr type="rMarg" refType="primFontSz" fact="0.2"/>
            </dgm:constrLst>
            <dgm:ruleLst>
              <dgm:rule type="primFontSz" val="5" fact="NaN" max="NaN"/>
            </dgm:ruleLst>
          </dgm:layoutNode>
          <dgm:choose name="Name59">
            <dgm:if name="Name60" axis="ch" ptType="node" func="cnt" op="gte" val="1">
              <dgm:layoutNode name="cycle_1">
                <dgm:choose name="Name61">
                  <dgm:if name="Name62" func="var" arg="dir" op="equ" val="norm">
                    <dgm:choose name="Name63">
                      <dgm:if name="Name64" axis="ch" ptType="node" func="cnt" op="equ" val="1">
                        <dgm:choose name="Name65">
                          <dgm:if name="Name66" axis="ch ch" ptType="node node" st="1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67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90"/>
                            </dgm:alg>
                          </dgm:if>
                          <dgm:else name="Name68">
                            <dgm:alg type="cycle">
                              <dgm:param type="ctrShpMap" val="fNode"/>
                              <dgm:param type="stAng" val="0"/>
                              <dgm:param type="spanAng" val="180"/>
                            </dgm:alg>
                          </dgm:else>
                        </dgm:choose>
                      </dgm:if>
                      <dgm:if name="Name69" axis="ch" ptType="node" func="cnt" op="equ" val="2">
                        <dgm:choose name="Name70">
                          <dgm:if name="Name7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7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73">
                            <dgm:alg type="cycle">
                              <dgm:param type="ctrShpMap" val="fNode"/>
                              <dgm:param type="stAng" val="270"/>
                              <dgm:param type="spanAng" val="180"/>
                            </dgm:alg>
                          </dgm:else>
                        </dgm:choose>
                      </dgm:if>
                      <dgm:if name="Name74" axis="ch" ptType="node" func="cnt" op="equ" val="3">
                        <dgm:choose name="Name75">
                          <dgm:if name="Name7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7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78">
                            <dgm:alg type="cycle">
                              <dgm:param type="ctrShpMap" val="fNode"/>
                              <dgm:param type="stAng" val="270"/>
                              <dgm:param type="spanAng" val="180"/>
                            </dgm:alg>
                          </dgm:else>
                        </dgm:choose>
                      </dgm:if>
                      <dgm:if name="Name79" axis="ch" ptType="node" func="cnt" op="equ" val="4">
                        <dgm:choose name="Name80">
                          <dgm:if name="Name8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8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83">
                            <dgm:alg type="cycle">
                              <dgm:param type="ctrShpMap" val="fNode"/>
                              <dgm:param type="stAng" val="292.5"/>
                              <dgm:param type="spanAng" val="135"/>
                            </dgm:alg>
                          </dgm:else>
                        </dgm:choose>
                      </dgm:if>
                      <dgm:if name="Name84" axis="ch" ptType="node" func="cnt" op="equ" val="5">
                        <dgm:choose name="Name85">
                          <dgm:if name="Name8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8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8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89" axis="ch" ptType="node" func="cnt" op="equ" val="6">
                        <dgm:choose name="Name90">
                          <dgm:if name="Name9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9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93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94" axis="ch" ptType="node" func="cnt" op="gte" val="7">
                        <dgm:choose name="Name95">
                          <dgm:if name="Name9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9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9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99"/>
                    </dgm:choose>
                  </dgm:if>
                  <dgm:else name="Name100">
                    <dgm:choose name="Name101">
                      <dgm:if name="Name102" axis="ch" ptType="node" func="cnt" op="equ" val="1">
                        <dgm:choose name="Name103">
                          <dgm:if name="Name104" axis="ch ch" ptType="node node" st="1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105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-90"/>
                            </dgm:alg>
                          </dgm:if>
                          <dgm:else name="Name106">
                            <dgm:alg type="cycle">
                              <dgm:param type="ctrShpMap" val="fNode"/>
                              <dgm:param type="stAng" val="0"/>
                              <dgm:param type="spanAng" val="-180"/>
                            </dgm:alg>
                          </dgm:else>
                        </dgm:choose>
                      </dgm:if>
                      <dgm:if name="Name107" axis="ch" ptType="node" func="cnt" op="equ" val="2">
                        <dgm:choose name="Name108">
                          <dgm:if name="Name10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1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11">
                            <dgm:alg type="cycle">
                              <dgm:param type="ctrShpMap" val="fNode"/>
                              <dgm:param type="stAng" val="90"/>
                              <dgm:param type="spanAng" val="-180"/>
                            </dgm:alg>
                          </dgm:else>
                        </dgm:choose>
                      </dgm:if>
                      <dgm:if name="Name112" axis="ch" ptType="node" func="cnt" op="equ" val="3">
                        <dgm:choose name="Name113">
                          <dgm:if name="Name11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1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16">
                            <dgm:alg type="cycle">
                              <dgm:param type="ctrShpMap" val="fNode"/>
                              <dgm:param type="stAng" val="90"/>
                              <dgm:param type="spanAng" val="-180"/>
                            </dgm:alg>
                          </dgm:else>
                        </dgm:choose>
                      </dgm:if>
                      <dgm:if name="Name117" axis="ch" ptType="node" func="cnt" op="equ" val="4">
                        <dgm:choose name="Name118">
                          <dgm:if name="Name11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2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21">
                            <dgm:alg type="cycle">
                              <dgm:param type="ctrShpMap" val="fNode"/>
                              <dgm:param type="stAng" val="67.5"/>
                              <dgm:param type="spanAng" val="-135"/>
                            </dgm:alg>
                          </dgm:else>
                        </dgm:choose>
                      </dgm:if>
                      <dgm:if name="Name122" axis="ch" ptType="node" func="cnt" op="equ" val="5">
                        <dgm:choose name="Name123">
                          <dgm:if name="Name12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2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2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127" axis="ch" ptType="node" func="cnt" op="equ" val="6">
                        <dgm:choose name="Name128">
                          <dgm:if name="Name12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3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31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132" axis="ch" ptType="node" func="cnt" op="gte" val="7">
                        <dgm:choose name="Name133">
                          <dgm:if name="Name13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3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3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137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138" axis="ch" ptType="node" cnt="1">
                  <dgm:layoutNode name="childCenter1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139" axis="ch">
                    <dgm:forEach name="Name140" axis="self" ptType="parTrans">
                      <dgm:layoutNode name="Name141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142" axis="self" ptType="node">
                      <dgm:layoutNode name="text1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143" axis="ch" ptType="parTrans" cnt="1">
                <dgm:layoutNode name="Name144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1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145"/>
          </dgm:choose>
          <dgm:choose name="Name146">
            <dgm:if name="Name147" axis="ch" ptType="node" func="cnt" op="gte" val="2">
              <dgm:layoutNode name="cycle_2">
                <dgm:choose name="Name148">
                  <dgm:if name="Name149" func="var" arg="dir" op="equ" val="norm">
                    <dgm:choose name="Name150">
                      <dgm:if name="Name151" axis="ch" ptType="node" func="cnt" op="equ" val="2">
                        <dgm:choose name="Name152">
                          <dgm:if name="Name153" axis="ch ch" ptType="node node" st="2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154" axis="ch ch" ptType="node node" st="2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155">
                            <dgm:alg type="cycle">
                              <dgm:param type="ctrShpMap" val="fNode"/>
                              <dgm:param type="stAng" val="90"/>
                              <dgm:param type="spanAng" val="180"/>
                            </dgm:alg>
                          </dgm:else>
                        </dgm:choose>
                      </dgm:if>
                      <dgm:if name="Name156" axis="ch" ptType="node" func="cnt" op="equ" val="3">
                        <dgm:choose name="Name157">
                          <dgm:if name="Name158" axis="ch ch" ptType="node node" st="2 1" cnt="1 0" func="cnt" op="equ" val="1">
                            <dgm:alg type="cycle">
                              <dgm:param type="ctrShpMap" val="fNode"/>
                              <dgm:param type="stAng" val="120"/>
                              <dgm:param type="horzAlign" val="r"/>
                              <dgm:param type="vertAlign" val="b"/>
                            </dgm:alg>
                          </dgm:if>
                          <dgm:if name="Name159" axis="ch ch" ptType="node node" st="2 1" cnt="1 0" func="cnt" op="equ" val="2">
                            <dgm:alg type="cycle">
                              <dgm:param type="ctrShpMap" val="fNode"/>
                              <dgm:param type="stAng" val="75"/>
                              <dgm:param type="spanAng" val="90"/>
                              <dgm:param type="horzAlign" val="r"/>
                              <dgm:param type="vertAlign" val="b"/>
                            </dgm:alg>
                          </dgm:if>
                          <dgm:else name="Name160">
                            <dgm:alg type="cycle">
                              <dgm:param type="ctrShpMap" val="fNode"/>
                              <dgm:param type="stAng" val="30"/>
                              <dgm:param type="spanAng" val="180"/>
                            </dgm:alg>
                          </dgm:else>
                        </dgm:choose>
                      </dgm:if>
                      <dgm:if name="Name161" axis="ch" ptType="node" func="cnt" op="equ" val="4">
                        <dgm:choose name="Name162">
                          <dgm:if name="Name163" axis="ch ch" ptType="node node" st="2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164" axis="ch ch" ptType="node node" st="2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90"/>
                            </dgm:alg>
                          </dgm:if>
                          <dgm:else name="Name165">
                            <dgm:alg type="cycle">
                              <dgm:param type="ctrShpMap" val="fNode"/>
                              <dgm:param type="stAng" val="22.5"/>
                              <dgm:param type="spanAng" val="135"/>
                            </dgm:alg>
                          </dgm:else>
                        </dgm:choose>
                      </dgm:if>
                      <dgm:if name="Name166" axis="ch" ptType="node" func="cnt" op="equ" val="5">
                        <dgm:choose name="Name167">
                          <dgm:if name="Name168" axis="ch ch" ptType="node node" st="2 1" cnt="1 0" func="cnt" op="equ" val="1">
                            <dgm:alg type="cycle">
                              <dgm:param type="ctrShpMap" val="fNode"/>
                              <dgm:param type="stAng" val="72"/>
                            </dgm:alg>
                          </dgm:if>
                          <dgm:if name="Name169" axis="ch ch" ptType="node node" st="2 1" cnt="1 0" func="cnt" op="equ" val="2">
                            <dgm:alg type="cycle">
                              <dgm:param type="ctrShpMap" val="fNode"/>
                              <dgm:param type="stAng" val="27"/>
                              <dgm:param type="spanAng" val="90"/>
                            </dgm:alg>
                          </dgm:if>
                          <dgm:else name="Name17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171" axis="ch" ptType="node" func="cnt" op="equ" val="6">
                        <dgm:choose name="Name172">
                          <dgm:if name="Name173" axis="ch ch" ptType="node node" st="2 1" cnt="1 0" func="cnt" op="equ" val="1">
                            <dgm:alg type="cycle">
                              <dgm:param type="ctrShpMap" val="fNode"/>
                              <dgm:param type="stAng" val="60"/>
                            </dgm:alg>
                          </dgm:if>
                          <dgm:if name="Name174" axis="ch ch" ptType="node node" st="2 1" cnt="1 0" func="cnt" op="equ" val="2">
                            <dgm:alg type="cycle">
                              <dgm:param type="ctrShpMap" val="fNode"/>
                              <dgm:param type="stAng" val="15"/>
                              <dgm:param type="spanAng" val="90"/>
                            </dgm:alg>
                          </dgm:if>
                          <dgm:else name="Name175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176" axis="ch" ptType="node" func="cnt" op="gte" val="7">
                        <dgm:choose name="Name177">
                          <dgm:if name="Name178" axis="ch ch" ptType="node node" st="2 1" cnt="1 0" func="cnt" op="equ" val="1">
                            <dgm:alg type="cycle">
                              <dgm:param type="ctrShpMap" val="fNode"/>
                              <dgm:param type="stAng" val="51"/>
                            </dgm:alg>
                          </dgm:if>
                          <dgm:if name="Name179" axis="ch ch" ptType="node node" st="2 1" cnt="1 0" func="cnt" op="equ" val="2">
                            <dgm:alg type="cycle">
                              <dgm:param type="ctrShpMap" val="fNode"/>
                              <dgm:param type="stAng" val="6"/>
                              <dgm:param type="spanAng" val="90"/>
                            </dgm:alg>
                          </dgm:if>
                          <dgm:else name="Name18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181"/>
                    </dgm:choose>
                  </dgm:if>
                  <dgm:else name="Name182">
                    <dgm:choose name="Name183">
                      <dgm:if name="Name184" axis="ch" ptType="node" func="cnt" op="equ" val="2">
                        <dgm:choose name="Name185">
                          <dgm:if name="Name186" axis="ch ch" ptType="node node" st="2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187" axis="ch ch" ptType="node node" st="2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188">
                            <dgm:alg type="cycle">
                              <dgm:param type="ctrShpMap" val="fNode"/>
                              <dgm:param type="stAng" val="270"/>
                              <dgm:param type="spanAng" val="-180"/>
                            </dgm:alg>
                          </dgm:else>
                        </dgm:choose>
                      </dgm:if>
                      <dgm:if name="Name189" axis="ch" ptType="node" func="cnt" op="equ" val="3">
                        <dgm:choose name="Name190">
                          <dgm:if name="Name191" axis="ch ch" ptType="node node" st="2 1" cnt="1 0" func="cnt" op="equ" val="1">
                            <dgm:alg type="cycle">
                              <dgm:param type="ctrShpMap" val="fNode"/>
                              <dgm:param type="stAng" val="240"/>
                              <dgm:param type="horzAlign" val="l"/>
                              <dgm:param type="vertAlign" val="b"/>
                            </dgm:alg>
                          </dgm:if>
                          <dgm:if name="Name192" axis="ch ch" ptType="node node" st="2 1" cnt="1 0" func="cnt" op="equ" val="2">
                            <dgm:alg type="cycle">
                              <dgm:param type="ctrShpMap" val="fNode"/>
                              <dgm:param type="stAng" val="285"/>
                              <dgm:param type="spanAng" val="-90"/>
                              <dgm:param type="horzAlign" val="l"/>
                              <dgm:param type="vertAlign" val="b"/>
                            </dgm:alg>
                          </dgm:if>
                          <dgm:else name="Name193">
                            <dgm:alg type="cycle">
                              <dgm:param type="ctrShpMap" val="fNode"/>
                              <dgm:param type="stAng" val="330"/>
                              <dgm:param type="spanAng" val="-180"/>
                            </dgm:alg>
                          </dgm:else>
                        </dgm:choose>
                      </dgm:if>
                      <dgm:if name="Name194" axis="ch" ptType="node" func="cnt" op="equ" val="4">
                        <dgm:choose name="Name195">
                          <dgm:if name="Name196" axis="ch ch" ptType="node node" st="2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197" axis="ch ch" ptType="node node" st="2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-90"/>
                            </dgm:alg>
                          </dgm:if>
                          <dgm:else name="Name198">
                            <dgm:alg type="cycle">
                              <dgm:param type="ctrShpMap" val="fNode"/>
                              <dgm:param type="stAng" val="337.5"/>
                              <dgm:param type="spanAng" val="-135"/>
                            </dgm:alg>
                          </dgm:else>
                        </dgm:choose>
                      </dgm:if>
                      <dgm:if name="Name199" axis="ch" ptType="node" func="cnt" op="equ" val="5">
                        <dgm:choose name="Name200">
                          <dgm:if name="Name201" axis="ch ch" ptType="node node" st="2 1" cnt="1 0" func="cnt" op="equ" val="1">
                            <dgm:alg type="cycle">
                              <dgm:param type="ctrShpMap" val="fNode"/>
                              <dgm:param type="stAng" val="288"/>
                            </dgm:alg>
                          </dgm:if>
                          <dgm:if name="Name202" axis="ch ch" ptType="node node" st="2 1" cnt="1 0" func="cnt" op="equ" val="2">
                            <dgm:alg type="cycle">
                              <dgm:param type="ctrShpMap" val="fNode"/>
                              <dgm:param type="stAng" val="333"/>
                              <dgm:param type="spanAng" val="-90"/>
                            </dgm:alg>
                          </dgm:if>
                          <dgm:else name="Name203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04" axis="ch" ptType="node" func="cnt" op="equ" val="6">
                        <dgm:choose name="Name205">
                          <dgm:if name="Name206" axis="ch ch" ptType="node node" st="2 1" cnt="1 0" func="cnt" op="equ" val="1">
                            <dgm:alg type="cycle">
                              <dgm:param type="ctrShpMap" val="fNode"/>
                              <dgm:param type="stAng" val="300"/>
                            </dgm:alg>
                          </dgm:if>
                          <dgm:if name="Name207" axis="ch ch" ptType="node node" st="2 1" cnt="1 0" func="cnt" op="equ" val="2">
                            <dgm:alg type="cycle">
                              <dgm:param type="ctrShpMap" val="fNode"/>
                              <dgm:param type="stAng" val="345"/>
                              <dgm:param type="spanAng" val="-90"/>
                            </dgm:alg>
                          </dgm:if>
                          <dgm:else name="Name208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09" axis="ch" ptType="node" func="cnt" op="gte" val="7">
                        <dgm:choose name="Name210">
                          <dgm:if name="Name211" axis="ch ch" ptType="node node" st="2 1" cnt="1 0" func="cnt" op="equ" val="1">
                            <dgm:alg type="cycle">
                              <dgm:param type="ctrShpMap" val="fNode"/>
                              <dgm:param type="stAng" val="308"/>
                            </dgm:alg>
                          </dgm:if>
                          <dgm:if name="Name212" axis="ch ch" ptType="node node" st="2 1" cnt="1 0" func="cnt" op="equ" val="2">
                            <dgm:alg type="cycle">
                              <dgm:param type="ctrShpMap" val="fNode"/>
                              <dgm:param type="stAng" val="353"/>
                              <dgm:param type="spanAng" val="-90"/>
                            </dgm:alg>
                          </dgm:if>
                          <dgm:else name="Name213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214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215" axis="ch" ptType="node" st="2" cnt="1">
                  <dgm:layoutNode name="childCenter2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216" axis="ch">
                    <dgm:forEach name="Name217" axis="self" ptType="parTrans">
                      <dgm:layoutNode name="Name218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219" axis="self" ptType="node">
                      <dgm:layoutNode name="text2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220" axis="ch" ptType="parTrans" st="2" cnt="1">
                <dgm:layoutNode name="Name221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222"/>
          </dgm:choose>
          <dgm:choose name="Name223">
            <dgm:if name="Name224" axis="ch" ptType="node" func="cnt" op="gte" val="3">
              <dgm:layoutNode name="cycle_3">
                <dgm:choose name="Name225">
                  <dgm:if name="Name226" func="var" arg="dir" op="equ" val="norm">
                    <dgm:choose name="Name227">
                      <dgm:if name="Name228" axis="ch" ptType="node" func="cnt" op="equ" val="3">
                        <dgm:choose name="Name229">
                          <dgm:if name="Name230" axis="ch ch" ptType="node node" st="3 1" cnt="1 0" func="cnt" op="equ" val="1">
                            <dgm:alg type="cycle">
                              <dgm:param type="ctrShpMap" val="fNode"/>
                              <dgm:param type="stAng" val="240"/>
                              <dgm:param type="horzAlign" val="l"/>
                              <dgm:param type="vertAlign" val="b"/>
                            </dgm:alg>
                          </dgm:if>
                          <dgm:if name="Name231" axis="ch ch" ptType="node node" st="3 1" cnt="1 0" func="cnt" op="equ" val="2">
                            <dgm:alg type="cycle">
                              <dgm:param type="ctrShpMap" val="fNode"/>
                              <dgm:param type="stAng" val="195"/>
                              <dgm:param type="spanAng" val="90"/>
                              <dgm:param type="horzAlign" val="l"/>
                              <dgm:param type="vertAlign" val="b"/>
                            </dgm:alg>
                          </dgm:if>
                          <dgm:else name="Name232">
                            <dgm:alg type="cycle">
                              <dgm:param type="ctrShpMap" val="fNode"/>
                              <dgm:param type="stAng" val="150"/>
                              <dgm:param type="spanAng" val="180"/>
                            </dgm:alg>
                          </dgm:else>
                        </dgm:choose>
                      </dgm:if>
                      <dgm:if name="Name233" axis="ch" ptType="node" func="cnt" op="equ" val="4">
                        <dgm:choose name="Name234">
                          <dgm:if name="Name235" axis="ch ch" ptType="node node" st="3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236" axis="ch ch" ptType="node node" st="3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237">
                            <dgm:alg type="cycle">
                              <dgm:param type="ctrShpMap" val="fNode"/>
                              <dgm:param type="stAng" val="112.5"/>
                              <dgm:param type="spanAng" val="135"/>
                            </dgm:alg>
                          </dgm:else>
                        </dgm:choose>
                      </dgm:if>
                      <dgm:if name="Name238" axis="ch" ptType="node" func="cnt" op="equ" val="5">
                        <dgm:choose name="Name239">
                          <dgm:if name="Name240" axis="ch ch" ptType="node node" st="3 1" cnt="1 0" func="cnt" op="equ" val="1">
                            <dgm:alg type="cycle">
                              <dgm:param type="ctrShpMap" val="fNode"/>
                              <dgm:param type="stAng" val="144"/>
                            </dgm:alg>
                          </dgm:if>
                          <dgm:if name="Name241" axis="ch ch" ptType="node node" st="3 1" cnt="1 0" func="cnt" op="equ" val="2">
                            <dgm:alg type="cycle">
                              <dgm:param type="ctrShpMap" val="fNode"/>
                              <dgm:param type="stAng" val="99"/>
                              <dgm:param type="spanAng" val="90"/>
                            </dgm:alg>
                          </dgm:if>
                          <dgm:else name="Name242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243" axis="ch" ptType="node" func="cnt" op="equ" val="6">
                        <dgm:choose name="Name244">
                          <dgm:if name="Name245" axis="ch ch" ptType="node node" st="3 1" cnt="1 0" func="cnt" op="equ" val="1">
                            <dgm:alg type="cycle">
                              <dgm:param type="ctrShpMap" val="fNode"/>
                              <dgm:param type="stAng" val="120"/>
                            </dgm:alg>
                          </dgm:if>
                          <dgm:if name="Name246" axis="ch ch" ptType="node node" st="3 1" cnt="1 0" func="cnt" op="equ" val="2">
                            <dgm:alg type="cycle">
                              <dgm:param type="ctrShpMap" val="fNode"/>
                              <dgm:param type="stAng" val="75"/>
                              <dgm:param type="spanAng" val="90"/>
                            </dgm:alg>
                          </dgm:if>
                          <dgm:else name="Name247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248" axis="ch" ptType="node" func="cnt" op="gte" val="7">
                        <dgm:choose name="Name249">
                          <dgm:if name="Name250" axis="ch ch" ptType="node node" st="3 1" cnt="1 0" func="cnt" op="equ" val="1">
                            <dgm:alg type="cycle">
                              <dgm:param type="ctrShpMap" val="fNode"/>
                              <dgm:param type="stAng" val="102"/>
                            </dgm:alg>
                          </dgm:if>
                          <dgm:if name="Name251" axis="ch ch" ptType="node node" st="3 1" cnt="1 0" func="cnt" op="equ" val="2">
                            <dgm:alg type="cycle">
                              <dgm:param type="ctrShpMap" val="fNode"/>
                              <dgm:param type="stAng" val="57"/>
                              <dgm:param type="spanAng" val="90"/>
                            </dgm:alg>
                          </dgm:if>
                          <dgm:else name="Name252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253"/>
                    </dgm:choose>
                  </dgm:if>
                  <dgm:else name="Name254">
                    <dgm:choose name="Name255">
                      <dgm:if name="Name256" axis="ch" ptType="node" func="cnt" op="equ" val="3">
                        <dgm:choose name="Name257">
                          <dgm:if name="Name258" axis="ch ch" ptType="node node" st="3 1" cnt="1 0" func="cnt" op="equ" val="1">
                            <dgm:alg type="cycle">
                              <dgm:param type="ctrShpMap" val="fNode"/>
                              <dgm:param type="stAng" val="120"/>
                              <dgm:param type="horzAlign" val="r"/>
                              <dgm:param type="vertAlign" val="b"/>
                            </dgm:alg>
                          </dgm:if>
                          <dgm:if name="Name259" axis="ch ch" ptType="node node" st="3 1" cnt="1 0" func="cnt" op="equ" val="2">
                            <dgm:alg type="cycle">
                              <dgm:param type="ctrShpMap" val="fNode"/>
                              <dgm:param type="stAng" val="165"/>
                              <dgm:param type="spanAng" val="-90"/>
                              <dgm:param type="horzAlign" val="r"/>
                              <dgm:param type="vertAlign" val="b"/>
                            </dgm:alg>
                          </dgm:if>
                          <dgm:else name="Name260">
                            <dgm:alg type="cycle">
                              <dgm:param type="ctrShpMap" val="fNode"/>
                              <dgm:param type="stAng" val="210"/>
                              <dgm:param type="spanAng" val="-180"/>
                            </dgm:alg>
                          </dgm:else>
                        </dgm:choose>
                      </dgm:if>
                      <dgm:if name="Name261" axis="ch" ptType="node" func="cnt" op="equ" val="4">
                        <dgm:choose name="Name262">
                          <dgm:if name="Name263" axis="ch ch" ptType="node node" st="3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264" axis="ch ch" ptType="node node" st="3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265">
                            <dgm:alg type="cycle">
                              <dgm:param type="ctrShpMap" val="fNode"/>
                              <dgm:param type="stAng" val="247.5"/>
                              <dgm:param type="spanAng" val="-135"/>
                            </dgm:alg>
                          </dgm:else>
                        </dgm:choose>
                      </dgm:if>
                      <dgm:if name="Name266" axis="ch" ptType="node" func="cnt" op="equ" val="5">
                        <dgm:choose name="Name267">
                          <dgm:if name="Name268" axis="ch ch" ptType="node node" st="3 1" cnt="1 0" func="cnt" op="equ" val="1">
                            <dgm:alg type="cycle">
                              <dgm:param type="ctrShpMap" val="fNode"/>
                              <dgm:param type="stAng" val="216"/>
                            </dgm:alg>
                          </dgm:if>
                          <dgm:if name="Name269" axis="ch ch" ptType="node node" st="3 1" cnt="1 0" func="cnt" op="equ" val="2">
                            <dgm:alg type="cycle">
                              <dgm:param type="ctrShpMap" val="fNode"/>
                              <dgm:param type="stAng" val="261"/>
                              <dgm:param type="spanAng" val="-90"/>
                            </dgm:alg>
                          </dgm:if>
                          <dgm:else name="Name270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71" axis="ch" ptType="node" func="cnt" op="equ" val="6">
                        <dgm:choose name="Name272">
                          <dgm:if name="Name273" axis="ch ch" ptType="node node" st="3 1" cnt="1 0" func="cnt" op="equ" val="1">
                            <dgm:alg type="cycle">
                              <dgm:param type="ctrShpMap" val="fNode"/>
                              <dgm:param type="stAng" val="240"/>
                            </dgm:alg>
                          </dgm:if>
                          <dgm:if name="Name274" axis="ch ch" ptType="node node" st="3 1" cnt="1 0" func="cnt" op="equ" val="2">
                            <dgm:alg type="cycle">
                              <dgm:param type="ctrShpMap" val="fNode"/>
                              <dgm:param type="stAng" val="285"/>
                              <dgm:param type="spanAng" val="-90"/>
                            </dgm:alg>
                          </dgm:if>
                          <dgm:else name="Name275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76" axis="ch" ptType="node" func="cnt" op="gte" val="7">
                        <dgm:choose name="Name277">
                          <dgm:if name="Name278" axis="ch ch" ptType="node node" st="3 1" cnt="1 0" func="cnt" op="equ" val="1">
                            <dgm:alg type="cycle">
                              <dgm:param type="ctrShpMap" val="fNode"/>
                              <dgm:param type="stAng" val="257"/>
                            </dgm:alg>
                          </dgm:if>
                          <dgm:if name="Name279" axis="ch ch" ptType="node node" st="3 1" cnt="1 0" func="cnt" op="equ" val="2">
                            <dgm:alg type="cycle">
                              <dgm:param type="ctrShpMap" val="fNode"/>
                              <dgm:param type="stAng" val="302"/>
                              <dgm:param type="spanAng" val="-90"/>
                            </dgm:alg>
                          </dgm:if>
                          <dgm:else name="Name280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281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282" axis="ch" ptType="node" st="3" cnt="1">
                  <dgm:layoutNode name="childCenter3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283" axis="ch">
                    <dgm:forEach name="Name284" axis="self" ptType="parTrans">
                      <dgm:layoutNode name="Name285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286" axis="self" ptType="node">
                      <dgm:layoutNode name="text3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287" axis="ch" ptType="parTrans" st="3" cnt="1">
                <dgm:layoutNode name="Name288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3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289"/>
          </dgm:choose>
          <dgm:choose name="Name290">
            <dgm:if name="Name291" axis="ch" ptType="node" func="cnt" op="gte" val="4">
              <dgm:layoutNode name="cycle_4">
                <dgm:choose name="Name292">
                  <dgm:if name="Name293" func="var" arg="dir" op="equ" val="norm">
                    <dgm:choose name="Name294">
                      <dgm:if name="Name295" axis="ch" ptType="node" func="cnt" op="equ" val="4">
                        <dgm:choose name="Name296">
                          <dgm:if name="Name297" axis="ch ch" ptType="node node" st="4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298" axis="ch ch" ptType="node node" st="4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90"/>
                            </dgm:alg>
                          </dgm:if>
                          <dgm:else name="Name299">
                            <dgm:alg type="cycle">
                              <dgm:param type="ctrShpMap" val="fNode"/>
                              <dgm:param type="stAng" val="202.5"/>
                              <dgm:param type="spanAng" val="135"/>
                            </dgm:alg>
                          </dgm:else>
                        </dgm:choose>
                      </dgm:if>
                      <dgm:if name="Name300" axis="ch" ptType="node" func="cnt" op="equ" val="5">
                        <dgm:choose name="Name301">
                          <dgm:if name="Name302" axis="ch ch" ptType="node node" st="4 1" cnt="1 0" func="cnt" op="equ" val="1">
                            <dgm:alg type="cycle">
                              <dgm:param type="ctrShpMap" val="fNode"/>
                              <dgm:param type="stAng" val="216"/>
                            </dgm:alg>
                          </dgm:if>
                          <dgm:if name="Name303" axis="ch ch" ptType="node node" st="4 1" cnt="1 0" func="cnt" op="equ" val="2">
                            <dgm:alg type="cycle">
                              <dgm:param type="ctrShpMap" val="fNode"/>
                              <dgm:param type="stAng" val="171"/>
                              <dgm:param type="spanAng" val="90"/>
                            </dgm:alg>
                          </dgm:if>
                          <dgm:else name="Name304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05" axis="ch" ptType="node" func="cnt" op="equ" val="6">
                        <dgm:choose name="Name306">
                          <dgm:if name="Name307" axis="ch ch" ptType="node node" st="4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308" axis="ch ch" ptType="node node" st="4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309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10" axis="ch" ptType="node" func="cnt" op="gte" val="7">
                        <dgm:choose name="Name311">
                          <dgm:if name="Name312" axis="ch ch" ptType="node node" st="4 1" cnt="1 0" func="cnt" op="equ" val="1">
                            <dgm:alg type="cycle">
                              <dgm:param type="ctrShpMap" val="fNode"/>
                              <dgm:param type="stAng" val="154"/>
                            </dgm:alg>
                          </dgm:if>
                          <dgm:if name="Name313" axis="ch ch" ptType="node node" st="4 1" cnt="1 0" func="cnt" op="equ" val="2">
                            <dgm:alg type="cycle">
                              <dgm:param type="ctrShpMap" val="fNode"/>
                              <dgm:param type="stAng" val="109"/>
                              <dgm:param type="spanAng" val="90"/>
                            </dgm:alg>
                          </dgm:if>
                          <dgm:else name="Name314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315"/>
                    </dgm:choose>
                  </dgm:if>
                  <dgm:else name="Name316">
                    <dgm:choose name="Name317">
                      <dgm:if name="Name318" axis="ch" ptType="node" func="cnt" op="equ" val="4">
                        <dgm:choose name="Name319">
                          <dgm:if name="Name320" axis="ch ch" ptType="node node" st="4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321" axis="ch ch" ptType="node node" st="4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-90"/>
                            </dgm:alg>
                          </dgm:if>
                          <dgm:else name="Name322">
                            <dgm:alg type="cycle">
                              <dgm:param type="ctrShpMap" val="fNode"/>
                              <dgm:param type="stAng" val="157.5"/>
                              <dgm:param type="spanAng" val="-135"/>
                            </dgm:alg>
                          </dgm:else>
                        </dgm:choose>
                      </dgm:if>
                      <dgm:if name="Name323" axis="ch" ptType="node" func="cnt" op="equ" val="5">
                        <dgm:choose name="Name324">
                          <dgm:if name="Name325" axis="ch ch" ptType="node node" st="4 1" cnt="1 0" func="cnt" op="equ" val="1">
                            <dgm:alg type="cycle">
                              <dgm:param type="ctrShpMap" val="fNode"/>
                              <dgm:param type="stAng" val="144"/>
                            </dgm:alg>
                          </dgm:if>
                          <dgm:if name="Name326" axis="ch ch" ptType="node node" st="4 1" cnt="1 0" func="cnt" op="equ" val="2">
                            <dgm:alg type="cycle">
                              <dgm:param type="ctrShpMap" val="fNode"/>
                              <dgm:param type="stAng" val="189"/>
                              <dgm:param type="spanAng" val="-90"/>
                            </dgm:alg>
                          </dgm:if>
                          <dgm:else name="Name327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28" axis="ch" ptType="node" func="cnt" op="equ" val="6">
                        <dgm:choose name="Name329">
                          <dgm:if name="Name330" axis="ch ch" ptType="node node" st="4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331" axis="ch ch" ptType="node node" st="4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332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33" axis="ch" ptType="node" func="cnt" op="gte" val="7">
                        <dgm:choose name="Name334">
                          <dgm:if name="Name335" axis="ch ch" ptType="node node" st="4 1" cnt="1 0" func="cnt" op="equ" val="1">
                            <dgm:alg type="cycle">
                              <dgm:param type="ctrShpMap" val="fNode"/>
                              <dgm:param type="stAng" val="205"/>
                            </dgm:alg>
                          </dgm:if>
                          <dgm:if name="Name336" axis="ch ch" ptType="node node" st="4 1" cnt="1 0" func="cnt" op="equ" val="2">
                            <dgm:alg type="cycle">
                              <dgm:param type="ctrShpMap" val="fNode"/>
                              <dgm:param type="stAng" val="250"/>
                              <dgm:param type="spanAng" val="-90"/>
                            </dgm:alg>
                          </dgm:if>
                          <dgm:else name="Name337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338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339" axis="ch" ptType="node" st="4" cnt="1">
                  <dgm:layoutNode name="childCenter4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340" axis="ch">
                    <dgm:forEach name="Name341" axis="self" ptType="parTrans">
                      <dgm:layoutNode name="Name342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343" axis="self" ptType="node">
                      <dgm:layoutNode name="text4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344" axis="ch" ptType="parTrans" st="4" cnt="1">
                <dgm:layoutNode name="Name345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4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346"/>
          </dgm:choose>
          <dgm:choose name="Name347">
            <dgm:if name="Name348" axis="ch" ptType="node" func="cnt" op="gte" val="5">
              <dgm:layoutNode name="cycle_5">
                <dgm:choose name="Name349">
                  <dgm:if name="Name350" func="var" arg="dir" op="equ" val="norm">
                    <dgm:choose name="Name351">
                      <dgm:if name="Name352" axis="ch" ptType="node" func="cnt" op="equ" val="5">
                        <dgm:choose name="Name353">
                          <dgm:if name="Name354" axis="ch ch" ptType="node node" st="5 1" cnt="1 0" func="cnt" op="equ" val="1">
                            <dgm:alg type="cycle">
                              <dgm:param type="ctrShpMap" val="fNode"/>
                              <dgm:param type="stAng" val="288"/>
                            </dgm:alg>
                          </dgm:if>
                          <dgm:if name="Name355" axis="ch ch" ptType="node node" st="5 1" cnt="1 0" func="cnt" op="equ" val="2">
                            <dgm:alg type="cycle">
                              <dgm:param type="ctrShpMap" val="fNode"/>
                              <dgm:param type="stAng" val="243"/>
                              <dgm:param type="spanAng" val="90"/>
                            </dgm:alg>
                          </dgm:if>
                          <dgm:else name="Name356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57" axis="ch" ptType="node" func="cnt" op="equ" val="6">
                        <dgm:choose name="Name358">
                          <dgm:if name="Name359" axis="ch ch" ptType="node node" st="5 1" cnt="1 0" func="cnt" op="equ" val="1">
                            <dgm:alg type="cycle">
                              <dgm:param type="ctrShpMap" val="fNode"/>
                              <dgm:param type="stAng" val="240"/>
                            </dgm:alg>
                          </dgm:if>
                          <dgm:if name="Name360" axis="ch ch" ptType="node node" st="5 1" cnt="1 0" func="cnt" op="equ" val="2">
                            <dgm:alg type="cycle">
                              <dgm:param type="ctrShpMap" val="fNode"/>
                              <dgm:param type="stAng" val="195"/>
                              <dgm:param type="spanAng" val="90"/>
                            </dgm:alg>
                          </dgm:if>
                          <dgm:else name="Name361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62" axis="ch" ptType="node" func="cnt" op="gte" val="7">
                        <dgm:choose name="Name363">
                          <dgm:if name="Name364" axis="ch ch" ptType="node node" st="5 1" cnt="1 0" func="cnt" op="equ" val="1">
                            <dgm:alg type="cycle">
                              <dgm:param type="ctrShpMap" val="fNode"/>
                              <dgm:param type="stAng" val="205"/>
                            </dgm:alg>
                          </dgm:if>
                          <dgm:if name="Name365" axis="ch ch" ptType="node node" st="5 1" cnt="1 0" func="cnt" op="equ" val="2">
                            <dgm:alg type="cycle">
                              <dgm:param type="ctrShpMap" val="fNode"/>
                              <dgm:param type="stAng" val="160"/>
                              <dgm:param type="spanAng" val="90"/>
                            </dgm:alg>
                          </dgm:if>
                          <dgm:else name="Name366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367"/>
                    </dgm:choose>
                  </dgm:if>
                  <dgm:else name="Name368">
                    <dgm:choose name="Name369">
                      <dgm:if name="Name370" axis="ch" ptType="node" func="cnt" op="equ" val="5">
                        <dgm:choose name="Name371">
                          <dgm:if name="Name372" axis="ch ch" ptType="node node" st="5 1" cnt="1 0" func="cnt" op="equ" val="1">
                            <dgm:alg type="cycle">
                              <dgm:param type="ctrShpMap" val="fNode"/>
                              <dgm:param type="stAng" val="72"/>
                            </dgm:alg>
                          </dgm:if>
                          <dgm:if name="Name373" axis="ch ch" ptType="node node" st="5 1" cnt="1 0" func="cnt" op="equ" val="2">
                            <dgm:alg type="cycle">
                              <dgm:param type="ctrShpMap" val="fNode"/>
                              <dgm:param type="stAng" val="117"/>
                              <dgm:param type="spanAng" val="-90"/>
                            </dgm:alg>
                          </dgm:if>
                          <dgm:else name="Name374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75" axis="ch" ptType="node" func="cnt" op="equ" val="6">
                        <dgm:choose name="Name376">
                          <dgm:if name="Name377" axis="ch ch" ptType="node node" st="5 1" cnt="1 0" func="cnt" op="equ" val="1">
                            <dgm:alg type="cycle">
                              <dgm:param type="ctrShpMap" val="fNode"/>
                              <dgm:param type="stAng" val="120"/>
                            </dgm:alg>
                          </dgm:if>
                          <dgm:if name="Name378" axis="ch ch" ptType="node node" st="5 1" cnt="1 0" func="cnt" op="equ" val="2">
                            <dgm:alg type="cycle">
                              <dgm:param type="ctrShpMap" val="fNode"/>
                              <dgm:param type="stAng" val="165"/>
                              <dgm:param type="spanAng" val="-90"/>
                            </dgm:alg>
                          </dgm:if>
                          <dgm:else name="Name379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80" axis="ch" ptType="node" func="cnt" op="gte" val="7">
                        <dgm:choose name="Name381">
                          <dgm:if name="Name382" axis="ch ch" ptType="node node" st="5 1" cnt="1 0" func="cnt" op="equ" val="1">
                            <dgm:alg type="cycle">
                              <dgm:param type="ctrShpMap" val="fNode"/>
                              <dgm:param type="stAng" val="154"/>
                            </dgm:alg>
                          </dgm:if>
                          <dgm:if name="Name383" axis="ch ch" ptType="node node" st="5 1" cnt="1 0" func="cnt" op="equ" val="2">
                            <dgm:alg type="cycle">
                              <dgm:param type="ctrShpMap" val="fNode"/>
                              <dgm:param type="stAng" val="199"/>
                              <dgm:param type="spanAng" val="-90"/>
                            </dgm:alg>
                          </dgm:if>
                          <dgm:else name="Name384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385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386" axis="ch" ptType="node" st="5" cnt="1">
                  <dgm:layoutNode name="childCenter5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387" axis="ch">
                    <dgm:forEach name="Name388" axis="self" ptType="parTrans">
                      <dgm:layoutNode name="Name389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390" axis="self" ptType="node">
                      <dgm:layoutNode name="text5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391" axis="ch" ptType="parTrans" st="5" cnt="1">
                <dgm:layoutNode name="Name392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5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393"/>
          </dgm:choose>
          <dgm:choose name="Name394">
            <dgm:if name="Name395" axis="ch" ptType="node" func="cnt" op="gte" val="6">
              <dgm:layoutNode name="cycle_6">
                <dgm:choose name="Name396">
                  <dgm:if name="Name397" func="var" arg="dir" op="equ" val="norm">
                    <dgm:choose name="Name398">
                      <dgm:if name="Name399" axis="ch" ptType="node" func="cnt" op="equ" val="6">
                        <dgm:choose name="Name400">
                          <dgm:if name="Name401" axis="ch ch" ptType="node node" st="6 1" cnt="1 0" func="cnt" op="equ" val="1">
                            <dgm:alg type="cycle">
                              <dgm:param type="ctrShpMap" val="fNode"/>
                              <dgm:param type="stAng" val="300"/>
                            </dgm:alg>
                          </dgm:if>
                          <dgm:if name="Name402" axis="ch ch" ptType="node node" st="6 1" cnt="1 0" func="cnt" op="equ" val="2">
                            <dgm:alg type="cycle">
                              <dgm:param type="ctrShpMap" val="fNode"/>
                              <dgm:param type="stAng" val="255"/>
                              <dgm:param type="spanAng" val="90"/>
                            </dgm:alg>
                          </dgm:if>
                          <dgm:else name="Name403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404" axis="ch" ptType="node" func="cnt" op="gte" val="7">
                        <dgm:choose name="Name405">
                          <dgm:if name="Name406" axis="ch ch" ptType="node node" st="6 1" cnt="1 0" func="cnt" op="equ" val="1">
                            <dgm:alg type="cycle">
                              <dgm:param type="ctrShpMap" val="fNode"/>
                              <dgm:param type="stAng" val="257"/>
                            </dgm:alg>
                          </dgm:if>
                          <dgm:if name="Name407" axis="ch ch" ptType="node node" st="6 1" cnt="1 0" func="cnt" op="equ" val="2">
                            <dgm:alg type="cycle">
                              <dgm:param type="ctrShpMap" val="fNode"/>
                              <dgm:param type="stAng" val="212"/>
                              <dgm:param type="spanAng" val="90"/>
                            </dgm:alg>
                          </dgm:if>
                          <dgm:else name="Name40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409"/>
                    </dgm:choose>
                  </dgm:if>
                  <dgm:else name="Name410">
                    <dgm:choose name="Name411">
                      <dgm:if name="Name412" axis="ch" ptType="node" func="cnt" op="equ" val="6">
                        <dgm:choose name="Name413">
                          <dgm:if name="Name414" axis="ch ch" ptType="node node" st="6 1" cnt="1 0" func="cnt" op="equ" val="1">
                            <dgm:alg type="cycle">
                              <dgm:param type="ctrShpMap" val="fNode"/>
                              <dgm:param type="stAng" val="60"/>
                            </dgm:alg>
                          </dgm:if>
                          <dgm:if name="Name415" axis="ch ch" ptType="node node" st="6 1" cnt="1 0" func="cnt" op="equ" val="2">
                            <dgm:alg type="cycle">
                              <dgm:param type="ctrShpMap" val="fNode"/>
                              <dgm:param type="stAng" val="105"/>
                              <dgm:param type="spanAng" val="-90"/>
                            </dgm:alg>
                          </dgm:if>
                          <dgm:else name="Name41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417" axis="ch" ptType="node" func="cnt" op="gte" val="7">
                        <dgm:choose name="Name418">
                          <dgm:if name="Name419" axis="ch ch" ptType="node node" st="6 1" cnt="1 0" func="cnt" op="equ" val="1">
                            <dgm:alg type="cycle">
                              <dgm:param type="ctrShpMap" val="fNode"/>
                              <dgm:param type="stAng" val="102"/>
                            </dgm:alg>
                          </dgm:if>
                          <dgm:if name="Name420" axis="ch ch" ptType="node node" st="6 1" cnt="1 0" func="cnt" op="equ" val="2">
                            <dgm:alg type="cycle">
                              <dgm:param type="ctrShpMap" val="fNode"/>
                              <dgm:param type="stAng" val="147"/>
                              <dgm:param type="spanAng" val="-90"/>
                            </dgm:alg>
                          </dgm:if>
                          <dgm:else name="Name421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422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423" axis="ch" ptType="node" st="6" cnt="1">
                  <dgm:layoutNode name="childCenter6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424" axis="ch">
                    <dgm:forEach name="Name425" axis="self" ptType="parTrans">
                      <dgm:layoutNode name="Name426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427" axis="self" ptType="node">
                      <dgm:layoutNode name="text6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428" axis="ch" ptType="parTrans" st="6" cnt="1">
                <dgm:layoutNode name="Name429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6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430"/>
          </dgm:choose>
          <dgm:choose name="Name431">
            <dgm:if name="Name432" axis="ch" ptType="node" func="cnt" op="gte" val="7">
              <dgm:layoutNode name="cycle_7">
                <dgm:choose name="Name433">
                  <dgm:if name="Name434" func="var" arg="dir" op="equ" val="norm">
                    <dgm:choose name="Name435">
                      <dgm:if name="Name436" axis="ch" ptType="node" func="cnt" op="gte" val="7">
                        <dgm:choose name="Name437">
                          <dgm:if name="Name438" axis="ch ch" ptType="node node" st="7 1" cnt="1 0" func="cnt" op="equ" val="1">
                            <dgm:alg type="cycle">
                              <dgm:param type="ctrShpMap" val="fNode"/>
                              <dgm:param type="stAng" val="308"/>
                            </dgm:alg>
                          </dgm:if>
                          <dgm:if name="Name439" axis="ch ch" ptType="node node" st="7 1" cnt="1 0" func="cnt" op="equ" val="2">
                            <dgm:alg type="cycle">
                              <dgm:param type="ctrShpMap" val="fNode"/>
                              <dgm:param type="stAng" val="263"/>
                              <dgm:param type="spanAng" val="90"/>
                            </dgm:alg>
                          </dgm:if>
                          <dgm:else name="Name44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441"/>
                    </dgm:choose>
                  </dgm:if>
                  <dgm:else name="Name442">
                    <dgm:choose name="Name443">
                      <dgm:if name="Name444" axis="ch" ptType="node" func="cnt" op="gte" val="7">
                        <dgm:choose name="Name445">
                          <dgm:if name="Name446" axis="ch ch" ptType="node node" st="7 1" cnt="1 0" func="cnt" op="equ" val="1">
                            <dgm:alg type="cycle">
                              <dgm:param type="ctrShpMap" val="fNode"/>
                              <dgm:param type="stAng" val="51"/>
                            </dgm:alg>
                          </dgm:if>
                          <dgm:if name="Name447" axis="ch ch" ptType="node node" st="7 1" cnt="1 0" func="cnt" op="equ" val="2">
                            <dgm:alg type="cycle">
                              <dgm:param type="ctrShpMap" val="fNode"/>
                              <dgm:param type="stAng" val="96"/>
                              <dgm:param type="spanAng" val="-90"/>
                            </dgm:alg>
                          </dgm:if>
                          <dgm:else name="Name448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449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450" axis="ch" ptType="node" st="7" cnt="1">
                  <dgm:layoutNode name="childCenter7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451" axis="ch">
                    <dgm:forEach name="Name452" axis="self" ptType="parTrans">
                      <dgm:layoutNode name="Name453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454" axis="self" ptType="node">
                      <dgm:layoutNode name="text7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455" axis="ch" ptType="parTrans" st="7" cnt="1">
                <dgm:layoutNode name="Name456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7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45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>
            <a:extLst>
              <a:ext uri="{FF2B5EF4-FFF2-40B4-BE49-F238E27FC236}">
                <a16:creationId xmlns:a16="http://schemas.microsoft.com/office/drawing/2014/main" id="{9B5FB6F5-51EC-43FD-B8CF-E736365348B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it-IT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347FF874-B3EC-470E-8EA6-5BF0F789B4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D83515C7-AAFB-4C28-AF92-B1DAD4A3D239}" type="datetime1">
              <a:rPr lang="it-IT" smtClean="0"/>
              <a:t>23/07/2020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40F35E46-8EA0-4D31-B53D-1DC006F225F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1089EA35-CB71-49D2-A823-EBB877793B8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7849CF80-918C-4346-8274-A92117EC4DD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6572445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it-IT" noProof="0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82BD58-7EB1-4813-AAD6-F487555ADC06}" type="datetime1">
              <a:rPr lang="it-IT" smtClean="0"/>
              <a:pPr/>
              <a:t>23/07/2020</a:t>
            </a:fld>
            <a:endParaRPr lang="it-IT" dirty="0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it-IT" noProof="0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it-IT" noProof="0"/>
              <a:t>Modifica gli stili del testo dello schema</a:t>
            </a:r>
          </a:p>
          <a:p>
            <a:pPr lvl="1" rtl="0"/>
            <a:r>
              <a:rPr lang="it-IT" noProof="0"/>
              <a:t>Secondo livello</a:t>
            </a:r>
          </a:p>
          <a:p>
            <a:pPr lvl="2" rtl="0"/>
            <a:r>
              <a:rPr lang="it-IT" noProof="0"/>
              <a:t>Terzo livello</a:t>
            </a:r>
          </a:p>
          <a:p>
            <a:pPr lvl="3" rtl="0"/>
            <a:r>
              <a:rPr lang="it-IT" noProof="0"/>
              <a:t>Quarto livello</a:t>
            </a:r>
          </a:p>
          <a:p>
            <a:pPr lvl="4" rtl="0"/>
            <a:r>
              <a:rPr lang="it-IT" noProof="0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it-IT" noProof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B0279F17-7BA4-49BC-BB37-7F646CF8D2F0}" type="slidenum">
              <a:rPr lang="it-IT" noProof="0" smtClean="0"/>
              <a:t>‹N›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42657404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B0279F17-7BA4-49BC-BB37-7F646CF8D2F0}" type="slidenum">
              <a:rPr lang="it-IT" smtClean="0"/>
              <a:t>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618755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B0279F17-7BA4-49BC-BB37-7F646CF8D2F0}" type="slidenum">
              <a:rPr lang="it-IT" smtClean="0"/>
              <a:t>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431541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B0279F17-7BA4-49BC-BB37-7F646CF8D2F0}" type="slidenum">
              <a:rPr lang="it-IT" smtClean="0"/>
              <a:t>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795966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B0279F17-7BA4-49BC-BB37-7F646CF8D2F0}" type="slidenum">
              <a:rPr lang="it-IT" smtClean="0"/>
              <a:t>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294981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B0279F17-7BA4-49BC-BB37-7F646CF8D2F0}" type="slidenum">
              <a:rPr lang="it-IT" smtClean="0"/>
              <a:t>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879908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B0279F17-7BA4-49BC-BB37-7F646CF8D2F0}" type="slidenum">
              <a:rPr lang="it-IT" smtClean="0"/>
              <a:t>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715141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B0279F17-7BA4-49BC-BB37-7F646CF8D2F0}" type="slidenum">
              <a:rPr lang="it-IT" smtClean="0"/>
              <a:t>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4929751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B0279F17-7BA4-49BC-BB37-7F646CF8D2F0}" type="slidenum">
              <a:rPr lang="it-IT" smtClean="0"/>
              <a:t>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7686466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B0279F17-7BA4-49BC-BB37-7F646CF8D2F0}" type="slidenum">
              <a:rPr lang="it-IT" smtClean="0"/>
              <a:t>10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5247990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B0279F17-7BA4-49BC-BB37-7F646CF8D2F0}" type="slidenum">
              <a:rPr lang="it-IT" smtClean="0"/>
              <a:t>11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8620974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B0279F17-7BA4-49BC-BB37-7F646CF8D2F0}" type="slidenum">
              <a:rPr lang="it-IT" smtClean="0"/>
              <a:t>12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8674662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B0279F17-7BA4-49BC-BB37-7F646CF8D2F0}" type="slidenum">
              <a:rPr lang="it-IT" smtClean="0"/>
              <a:t>13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4966898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B0279F17-7BA4-49BC-BB37-7F646CF8D2F0}" type="slidenum">
              <a:rPr lang="it-IT" smtClean="0"/>
              <a:t>14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775088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magine 8" descr="HD-PanelTitle-GrommetsCombine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rtlCol="0"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pPr rtl="0"/>
            <a:r>
              <a:rPr lang="it-IT" noProof="0"/>
              <a:t>Fare clic per modificare lo stile del titolo dello schema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it-IT" noProof="0"/>
              <a:t>Fare clic per modificare lo stile del sottotitolo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 rtlCol="0"/>
          <a:lstStyle/>
          <a:p>
            <a:pPr rtl="0"/>
            <a:fld id="{0888554B-7864-4DB5-8232-9937D6BF3F99}" type="datetime1">
              <a:rPr lang="it-IT" noProof="0" smtClean="0"/>
              <a:t>23/07/2020</a:t>
            </a:fld>
            <a:endParaRPr lang="it-IT" noProof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 rtlCol="0"/>
          <a:lstStyle/>
          <a:p>
            <a:pPr rtl="0"/>
            <a:endParaRPr lang="it-IT" noProof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 rtlCol="0"/>
          <a:lstStyle/>
          <a:p>
            <a:pPr rtl="0"/>
            <a:fld id="{330EA680-D336-4FF7-8B7A-9848BB0A1C32}" type="slidenum">
              <a:rPr lang="it-IT" noProof="0" smtClean="0"/>
              <a:t>‹N›</a:t>
            </a:fld>
            <a:endParaRPr lang="it-IT" noProof="0"/>
          </a:p>
        </p:txBody>
      </p:sp>
      <p:cxnSp>
        <p:nvCxnSpPr>
          <p:cNvPr id="15" name="Connettore diritto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18587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Connettore diritto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+mj-lt"/>
              </a:defRPr>
            </a:lvl1pPr>
          </a:lstStyle>
          <a:p>
            <a:pPr rtl="0"/>
            <a:r>
              <a:rPr lang="it-IT" noProof="0"/>
              <a:t>Fare clic per modificare lo stile del titolo dello schema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 hasCustomPrompt="1"/>
          </p:nvPr>
        </p:nvSpPr>
        <p:spPr/>
        <p:txBody>
          <a:bodyPr rtlCol="0"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 rtl="0"/>
            <a:r>
              <a:rPr lang="it-IT" noProof="0"/>
              <a:t>Modifica gli stili del testo dello schema</a:t>
            </a:r>
          </a:p>
          <a:p>
            <a:pPr lvl="1" rtl="0"/>
            <a:r>
              <a:rPr lang="it-IT" noProof="0"/>
              <a:t>Secondo livello</a:t>
            </a:r>
          </a:p>
          <a:p>
            <a:pPr lvl="2" rtl="0"/>
            <a:r>
              <a:rPr lang="it-IT" noProof="0"/>
              <a:t>Terzo livello</a:t>
            </a:r>
          </a:p>
          <a:p>
            <a:pPr lvl="3" rtl="0"/>
            <a:r>
              <a:rPr lang="it-IT" noProof="0"/>
              <a:t>Quarto livello</a:t>
            </a:r>
          </a:p>
          <a:p>
            <a:pPr lvl="4" rtl="0"/>
            <a:r>
              <a:rPr lang="it-IT" noProof="0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FC74F1C-8739-4A5A-A68B-1AE827889395}" type="datetime1">
              <a:rPr lang="it-IT" noProof="0" smtClean="0"/>
              <a:t>23/07/2020</a:t>
            </a:fld>
            <a:endParaRPr lang="it-IT" noProof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it-IT" noProof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30EA680-D336-4FF7-8B7A-9848BB0A1C32}" type="slidenum">
              <a:rPr lang="it-IT" noProof="0" smtClean="0"/>
              <a:t>‹N›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20471789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e colon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e 6">
            <a:extLst>
              <a:ext uri="{FF2B5EF4-FFF2-40B4-BE49-F238E27FC236}">
                <a16:creationId xmlns:a16="http://schemas.microsoft.com/office/drawing/2014/main" id="{98A5301E-AB93-4945-A0AA-2215B6872DB2}"/>
              </a:ext>
            </a:extLst>
          </p:cNvPr>
          <p:cNvSpPr>
            <a:spLocks noChangeAspect="1"/>
          </p:cNvSpPr>
          <p:nvPr userDrawn="1"/>
        </p:nvSpPr>
        <p:spPr>
          <a:xfrm>
            <a:off x="1871401" y="2602132"/>
            <a:ext cx="1801368" cy="1801368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it-IT" noProof="0"/>
          </a:p>
        </p:txBody>
      </p:sp>
      <p:sp>
        <p:nvSpPr>
          <p:cNvPr id="13" name="Ovale 12">
            <a:extLst>
              <a:ext uri="{FF2B5EF4-FFF2-40B4-BE49-F238E27FC236}">
                <a16:creationId xmlns:a16="http://schemas.microsoft.com/office/drawing/2014/main" id="{D2FF1D57-3E5F-584B-94C2-629CD166831B}"/>
              </a:ext>
            </a:extLst>
          </p:cNvPr>
          <p:cNvSpPr>
            <a:spLocks noChangeAspect="1"/>
          </p:cNvSpPr>
          <p:nvPr userDrawn="1"/>
        </p:nvSpPr>
        <p:spPr>
          <a:xfrm>
            <a:off x="5194632" y="2602132"/>
            <a:ext cx="1801368" cy="180136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it-IT" noProof="0"/>
          </a:p>
        </p:txBody>
      </p:sp>
      <p:sp>
        <p:nvSpPr>
          <p:cNvPr id="15" name="Ovale 14">
            <a:extLst>
              <a:ext uri="{FF2B5EF4-FFF2-40B4-BE49-F238E27FC236}">
                <a16:creationId xmlns:a16="http://schemas.microsoft.com/office/drawing/2014/main" id="{90A619F7-99B1-EB46-8946-F77C733C4D86}"/>
              </a:ext>
            </a:extLst>
          </p:cNvPr>
          <p:cNvSpPr>
            <a:spLocks noChangeAspect="1"/>
          </p:cNvSpPr>
          <p:nvPr userDrawn="1"/>
        </p:nvSpPr>
        <p:spPr>
          <a:xfrm>
            <a:off x="8519230" y="2602132"/>
            <a:ext cx="1801368" cy="1801368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it-IT" noProof="0"/>
          </a:p>
        </p:txBody>
      </p:sp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</p:spPr>
        <p:txBody>
          <a:bodyPr rtlCol="0"/>
          <a:lstStyle/>
          <a:p>
            <a:pPr rtl="0"/>
            <a:r>
              <a:rPr lang="it-IT" noProof="0"/>
              <a:t>Fare clic per modificare lo stile del titolo dello schema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 hasCustomPrompt="1"/>
          </p:nvPr>
        </p:nvSpPr>
        <p:spPr>
          <a:xfrm>
            <a:off x="1295401" y="4804495"/>
            <a:ext cx="2952000" cy="1109133"/>
          </a:xfrm>
        </p:spPr>
        <p:txBody>
          <a:bodyPr rtlCol="0"/>
          <a:lstStyle/>
          <a:p>
            <a:pPr lvl="0" rtl="0"/>
            <a:r>
              <a:rPr lang="it-IT" noProof="0"/>
              <a:t>Modifica gli stili del testo dello schema</a:t>
            </a:r>
          </a:p>
          <a:p>
            <a:pPr lvl="1" rtl="0"/>
            <a:r>
              <a:rPr lang="it-IT" noProof="0"/>
              <a:t>Secondo livello</a:t>
            </a:r>
          </a:p>
          <a:p>
            <a:pPr lvl="2" rtl="0"/>
            <a:r>
              <a:rPr lang="it-IT" noProof="0"/>
              <a:t>Terzo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AA19BF9-35E0-4BB9-926A-7382F69543F0}" type="datetime1">
              <a:rPr lang="it-IT" noProof="0" smtClean="0"/>
              <a:t>23/07/2020</a:t>
            </a:fld>
            <a:endParaRPr lang="it-IT" noProof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it-IT" noProof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30EA680-D336-4FF7-8B7A-9848BB0A1C32}" type="slidenum">
              <a:rPr lang="it-IT" noProof="0" smtClean="0"/>
              <a:t>‹N›</a:t>
            </a:fld>
            <a:endParaRPr lang="it-IT" noProof="0"/>
          </a:p>
        </p:txBody>
      </p:sp>
      <p:sp>
        <p:nvSpPr>
          <p:cNvPr id="9" name="Segnaposto contenuto 2">
            <a:extLst>
              <a:ext uri="{FF2B5EF4-FFF2-40B4-BE49-F238E27FC236}">
                <a16:creationId xmlns:a16="http://schemas.microsoft.com/office/drawing/2014/main" id="{D2FC6D4A-DA65-4AB4-A214-ABFCCC77CE2F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4620000" y="4804495"/>
            <a:ext cx="2952000" cy="1109133"/>
          </a:xfrm>
        </p:spPr>
        <p:txBody>
          <a:bodyPr rtlCol="0"/>
          <a:lstStyle/>
          <a:p>
            <a:pPr lvl="0" rtl="0"/>
            <a:r>
              <a:rPr lang="it-IT" noProof="0"/>
              <a:t>Modifica gli stili del testo dello schema</a:t>
            </a:r>
          </a:p>
          <a:p>
            <a:pPr lvl="1" rtl="0"/>
            <a:r>
              <a:rPr lang="it-IT" noProof="0"/>
              <a:t>Secondo livello</a:t>
            </a:r>
          </a:p>
          <a:p>
            <a:pPr lvl="2" rtl="0"/>
            <a:r>
              <a:rPr lang="it-IT" noProof="0"/>
              <a:t>Terzo livello</a:t>
            </a:r>
          </a:p>
        </p:txBody>
      </p:sp>
      <p:sp>
        <p:nvSpPr>
          <p:cNvPr id="10" name="Segnaposto contenuto 2">
            <a:extLst>
              <a:ext uri="{FF2B5EF4-FFF2-40B4-BE49-F238E27FC236}">
                <a16:creationId xmlns:a16="http://schemas.microsoft.com/office/drawing/2014/main" id="{64EDB116-654D-48D8-BED5-DCA5C06DA378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7944598" y="4804495"/>
            <a:ext cx="2952000" cy="1109133"/>
          </a:xfrm>
        </p:spPr>
        <p:txBody>
          <a:bodyPr rtlCol="0"/>
          <a:lstStyle/>
          <a:p>
            <a:pPr lvl="0" rtl="0"/>
            <a:r>
              <a:rPr lang="it-IT" noProof="0"/>
              <a:t>Modifica gli stili del testo dello schema</a:t>
            </a:r>
          </a:p>
          <a:p>
            <a:pPr lvl="1" rtl="0"/>
            <a:r>
              <a:rPr lang="it-IT" noProof="0"/>
              <a:t>Secondo livello</a:t>
            </a:r>
          </a:p>
          <a:p>
            <a:pPr lvl="2" rtl="0"/>
            <a:r>
              <a:rPr lang="it-IT" noProof="0"/>
              <a:t>Terzo livello</a:t>
            </a:r>
          </a:p>
        </p:txBody>
      </p:sp>
      <p:sp>
        <p:nvSpPr>
          <p:cNvPr id="12" name="Segnaposto immagine 11">
            <a:extLst>
              <a:ext uri="{FF2B5EF4-FFF2-40B4-BE49-F238E27FC236}">
                <a16:creationId xmlns:a16="http://schemas.microsoft.com/office/drawing/2014/main" id="{0E6232E7-9350-493B-BFD0-883015EB07CE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2191441" y="2922172"/>
            <a:ext cx="1161288" cy="1161288"/>
          </a:xfrm>
          <a:prstGeom prst="ellipse">
            <a:avLst/>
          </a:prstGeom>
          <a:noFill/>
        </p:spPr>
        <p:txBody>
          <a:bodyPr rtlCol="0" anchor="ctr"/>
          <a:lstStyle>
            <a:lvl1pPr marL="0" indent="0" algn="ctr">
              <a:buNone/>
              <a:defRPr sz="1400" i="1">
                <a:solidFill>
                  <a:schemeClr val="bg1"/>
                </a:solidFill>
              </a:defRPr>
            </a:lvl1pPr>
          </a:lstStyle>
          <a:p>
            <a:pPr rtl="0"/>
            <a:r>
              <a:rPr lang="it-IT" noProof="0"/>
              <a:t>Inserire icona o immagine</a:t>
            </a:r>
          </a:p>
        </p:txBody>
      </p:sp>
      <p:sp>
        <p:nvSpPr>
          <p:cNvPr id="14" name="Segnaposto immagine 13">
            <a:extLst>
              <a:ext uri="{FF2B5EF4-FFF2-40B4-BE49-F238E27FC236}">
                <a16:creationId xmlns:a16="http://schemas.microsoft.com/office/drawing/2014/main" id="{E13A6892-C6C0-404F-96AD-993154ED8C7C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5514672" y="2922172"/>
            <a:ext cx="1161288" cy="1161288"/>
          </a:xfrm>
          <a:prstGeom prst="ellipse">
            <a:avLst/>
          </a:prstGeom>
          <a:solidFill>
            <a:schemeClr val="accent2"/>
          </a:solidFill>
        </p:spPr>
        <p:txBody>
          <a:bodyPr rtlCol="0" anchor="ctr"/>
          <a:lstStyle>
            <a:lvl1pPr marL="0" marR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tabLst/>
              <a:defRPr sz="1400" i="1">
                <a:solidFill>
                  <a:schemeClr val="bg1"/>
                </a:solidFill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tabLst/>
              <a:defRPr/>
            </a:pPr>
            <a:r>
              <a:rPr lang="it-IT" noProof="0"/>
              <a:t>Inserire icona o immagine</a:t>
            </a:r>
          </a:p>
        </p:txBody>
      </p:sp>
      <p:sp>
        <p:nvSpPr>
          <p:cNvPr id="16" name="Segnaposto immagine 15">
            <a:extLst>
              <a:ext uri="{FF2B5EF4-FFF2-40B4-BE49-F238E27FC236}">
                <a16:creationId xmlns:a16="http://schemas.microsoft.com/office/drawing/2014/main" id="{70281C28-F044-4622-B651-CE20C022E723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838000" y="2920902"/>
            <a:ext cx="1163828" cy="1163828"/>
          </a:xfrm>
          <a:prstGeom prst="ellipse">
            <a:avLst/>
          </a:prstGeom>
          <a:noFill/>
        </p:spPr>
        <p:txBody>
          <a:bodyPr rtlCol="0" anchor="ctr"/>
          <a:lstStyle>
            <a:lvl1pPr marL="0" marR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tabLst/>
              <a:defRPr sz="1400" b="0" i="1">
                <a:solidFill>
                  <a:schemeClr val="bg1"/>
                </a:solidFill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tabLst/>
              <a:defRPr/>
            </a:pPr>
            <a:r>
              <a:rPr lang="it-IT" noProof="0"/>
              <a:t>Inserire icona o immagine</a:t>
            </a:r>
          </a:p>
        </p:txBody>
      </p:sp>
    </p:spTree>
    <p:extLst>
      <p:ext uri="{BB962C8B-B14F-4D97-AF65-F5344CB8AC3E}">
        <p14:creationId xmlns:p14="http://schemas.microsoft.com/office/powerpoint/2010/main" val="14670372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e colonne +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Connettore diritto 7"/>
          <p:cNvCxnSpPr>
            <a:cxnSpLocks/>
          </p:cNvCxnSpPr>
          <p:nvPr/>
        </p:nvCxnSpPr>
        <p:spPr>
          <a:xfrm>
            <a:off x="3498694" y="2421466"/>
            <a:ext cx="740731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3498694" y="982132"/>
            <a:ext cx="7397903" cy="1303867"/>
          </a:xfrm>
        </p:spPr>
        <p:txBody>
          <a:bodyPr rtlCol="0"/>
          <a:lstStyle/>
          <a:p>
            <a:pPr rtl="0"/>
            <a:r>
              <a:rPr lang="it-IT" noProof="0"/>
              <a:t>Fare clic per modificare lo stile del titolo dello schema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 hasCustomPrompt="1"/>
          </p:nvPr>
        </p:nvSpPr>
        <p:spPr>
          <a:xfrm>
            <a:off x="3498694" y="2560320"/>
            <a:ext cx="3580381" cy="3310128"/>
          </a:xfrm>
        </p:spPr>
        <p:txBody>
          <a:bodyPr rtlCol="0">
            <a:normAutofit/>
          </a:bodyPr>
          <a:lstStyle/>
          <a:p>
            <a:pPr lvl="0" rtl="0"/>
            <a:r>
              <a:rPr lang="it-IT" noProof="0"/>
              <a:t>Modifica gli stili del testo dello schema</a:t>
            </a:r>
          </a:p>
          <a:p>
            <a:pPr lvl="1" rtl="0"/>
            <a:r>
              <a:rPr lang="it-IT" noProof="0"/>
              <a:t>Secondo livello</a:t>
            </a:r>
          </a:p>
          <a:p>
            <a:pPr lvl="2" rtl="0"/>
            <a:r>
              <a:rPr lang="it-IT" noProof="0"/>
              <a:t>Terzo livello</a:t>
            </a:r>
          </a:p>
          <a:p>
            <a:pPr lvl="3" rtl="0"/>
            <a:r>
              <a:rPr lang="it-IT" noProof="0"/>
              <a:t>Quarto livello</a:t>
            </a:r>
          </a:p>
          <a:p>
            <a:pPr lvl="4" rtl="0"/>
            <a:r>
              <a:rPr lang="it-IT" noProof="0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 hasCustomPrompt="1"/>
          </p:nvPr>
        </p:nvSpPr>
        <p:spPr>
          <a:xfrm>
            <a:off x="7316216" y="2560320"/>
            <a:ext cx="3580381" cy="3310128"/>
          </a:xfrm>
        </p:spPr>
        <p:txBody>
          <a:bodyPr rtlCol="0">
            <a:normAutofit/>
          </a:bodyPr>
          <a:lstStyle/>
          <a:p>
            <a:pPr lvl="0" rtl="0"/>
            <a:r>
              <a:rPr lang="it-IT" noProof="0"/>
              <a:t>Modifica gli stili del testo dello schema</a:t>
            </a:r>
          </a:p>
          <a:p>
            <a:pPr lvl="1" rtl="0"/>
            <a:r>
              <a:rPr lang="it-IT" noProof="0"/>
              <a:t>Secondo livello</a:t>
            </a:r>
          </a:p>
          <a:p>
            <a:pPr lvl="2" rtl="0"/>
            <a:r>
              <a:rPr lang="it-IT" noProof="0"/>
              <a:t>Terzo livello</a:t>
            </a:r>
          </a:p>
          <a:p>
            <a:pPr lvl="3" rtl="0"/>
            <a:r>
              <a:rPr lang="it-IT" noProof="0"/>
              <a:t>Quarto livello</a:t>
            </a:r>
          </a:p>
          <a:p>
            <a:pPr lvl="4" rtl="0"/>
            <a:r>
              <a:rPr lang="it-IT" noProof="0"/>
              <a:t>Quinto livello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2C23F1A-CE6D-49C6-A2DB-168E619E3149}" type="datetime1">
              <a:rPr lang="it-IT" noProof="0" smtClean="0"/>
              <a:t>23/07/2020</a:t>
            </a:fld>
            <a:endParaRPr lang="it-IT" noProof="0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it-IT" noProof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30EA680-D336-4FF7-8B7A-9848BB0A1C32}" type="slidenum">
              <a:rPr lang="it-IT" noProof="0" smtClean="0"/>
              <a:t>‹N›</a:t>
            </a:fld>
            <a:endParaRPr lang="it-IT" noProof="0"/>
          </a:p>
        </p:txBody>
      </p:sp>
      <p:sp>
        <p:nvSpPr>
          <p:cNvPr id="10" name="Parallelogramma 9">
            <a:extLst>
              <a:ext uri="{FF2B5EF4-FFF2-40B4-BE49-F238E27FC236}">
                <a16:creationId xmlns:a16="http://schemas.microsoft.com/office/drawing/2014/main" id="{9C4F6082-2952-43DC-9B9C-74C88B262CE9}"/>
              </a:ext>
            </a:extLst>
          </p:cNvPr>
          <p:cNvSpPr/>
          <p:nvPr userDrawn="1"/>
        </p:nvSpPr>
        <p:spPr>
          <a:xfrm rot="5400000">
            <a:off x="388783" y="2483417"/>
            <a:ext cx="3220061" cy="3373452"/>
          </a:xfrm>
          <a:prstGeom prst="parallelogram">
            <a:avLst>
              <a:gd name="adj" fmla="val 12608"/>
            </a:avLst>
          </a:prstGeom>
          <a:gradFill>
            <a:gsLst>
              <a:gs pos="11000">
                <a:schemeClr val="tx1">
                  <a:alpha val="0"/>
                </a:schemeClr>
              </a:gs>
              <a:gs pos="100000">
                <a:schemeClr val="tx1"/>
              </a:gs>
            </a:gsLst>
            <a:lin ang="5400000" scaled="1"/>
          </a:gradFill>
          <a:ln>
            <a:noFill/>
          </a:ln>
          <a:effectLst>
            <a:softEdge rad="317500"/>
          </a:effectLst>
          <a:scene3d>
            <a:camera prst="orthographicFront"/>
            <a:lightRig rig="threePt" dir="t">
              <a:rot lat="0" lon="0" rev="20400000"/>
            </a:lightRig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it-IT" noProof="0"/>
          </a:p>
        </p:txBody>
      </p:sp>
      <p:sp>
        <p:nvSpPr>
          <p:cNvPr id="11" name="Rettangolo: Angoli arrotondati 10">
            <a:extLst>
              <a:ext uri="{FF2B5EF4-FFF2-40B4-BE49-F238E27FC236}">
                <a16:creationId xmlns:a16="http://schemas.microsoft.com/office/drawing/2014/main" id="{67618976-780E-4131-85CD-66F013F5ACDE}"/>
              </a:ext>
            </a:extLst>
          </p:cNvPr>
          <p:cNvSpPr/>
          <p:nvPr userDrawn="1"/>
        </p:nvSpPr>
        <p:spPr>
          <a:xfrm rot="-120000">
            <a:off x="211380" y="1442831"/>
            <a:ext cx="3220061" cy="3910358"/>
          </a:xfrm>
          <a:prstGeom prst="roundRect">
            <a:avLst>
              <a:gd name="adj" fmla="val 454"/>
            </a:avLst>
          </a:prstGeom>
          <a:blipFill dpi="0" rotWithShape="1">
            <a:blip r:embed="rId2" cstate="screen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4000"/>
                      </a14:imgEffect>
                      <a14:imgEffect>
                        <a14:saturation sat="0"/>
                      </a14:imgEffect>
                      <a14:imgEffect>
                        <a14:brightnessContrast bright="4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tile tx="0" ty="0" sx="20000" sy="20000" flip="xy" algn="tl"/>
          </a:blipFill>
          <a:ln>
            <a:noFill/>
          </a:ln>
          <a:effectLst/>
          <a:scene3d>
            <a:camera prst="orthographicFront"/>
            <a:lightRig rig="threePt" dir="t">
              <a:rot lat="0" lon="0" rev="20400000"/>
            </a:lightRig>
          </a:scene3d>
          <a:sp3d>
            <a:bevelT w="12700" h="6350"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it-IT" noProof="0"/>
          </a:p>
        </p:txBody>
      </p:sp>
      <p:sp>
        <p:nvSpPr>
          <p:cNvPr id="12" name="Segnaposto immagine 17">
            <a:extLst>
              <a:ext uri="{FF2B5EF4-FFF2-40B4-BE49-F238E27FC236}">
                <a16:creationId xmlns:a16="http://schemas.microsoft.com/office/drawing/2014/main" id="{01E4A9BC-C863-435A-8A18-508AE86DCBB7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 rot="-120000" flipH="1">
            <a:off x="422103" y="1691853"/>
            <a:ext cx="2736000" cy="3367314"/>
          </a:xfrm>
          <a:solidFill>
            <a:schemeClr val="tx1">
              <a:lumMod val="75000"/>
              <a:lumOff val="25000"/>
            </a:schemeClr>
          </a:solidFill>
          <a:effectLst>
            <a:innerShdw blurRad="25400" dist="12700" dir="13500000">
              <a:prstClr val="black">
                <a:alpha val="16000"/>
              </a:prstClr>
            </a:innerShdw>
          </a:effectLst>
        </p:spPr>
        <p:txBody>
          <a:bodyPr lIns="180000" rIns="180000" rtlCol="0" anchor="ctr"/>
          <a:lstStyle>
            <a:lvl1pPr marL="0" indent="0" algn="ctr">
              <a:buNone/>
              <a:defRPr sz="1600" i="1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defRPr>
            </a:lvl1pPr>
          </a:lstStyle>
          <a:p>
            <a:pPr rtl="0"/>
            <a:r>
              <a:rPr lang="it-IT" noProof="0"/>
              <a:t>Inserire o trascinare la foto</a:t>
            </a:r>
          </a:p>
        </p:txBody>
      </p:sp>
    </p:spTree>
    <p:extLst>
      <p:ext uri="{BB962C8B-B14F-4D97-AF65-F5344CB8AC3E}">
        <p14:creationId xmlns:p14="http://schemas.microsoft.com/office/powerpoint/2010/main" val="37626575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l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tangolo 8">
            <a:extLst>
              <a:ext uri="{FF2B5EF4-FFF2-40B4-BE49-F238E27FC236}">
                <a16:creationId xmlns:a16="http://schemas.microsoft.com/office/drawing/2014/main" id="{F4F82F76-1F28-4871-AA44-ADE3B29E465F}"/>
              </a:ext>
            </a:extLst>
          </p:cNvPr>
          <p:cNvSpPr/>
          <p:nvPr userDrawn="1"/>
        </p:nvSpPr>
        <p:spPr>
          <a:xfrm>
            <a:off x="1066800" y="1009665"/>
            <a:ext cx="7056969" cy="4847145"/>
          </a:xfrm>
          <a:prstGeom prst="rect">
            <a:avLst/>
          </a:prstGeom>
          <a:solidFill>
            <a:schemeClr val="bg1"/>
          </a:solidFill>
          <a:ln w="82550" cmpd="thickThin">
            <a:solidFill>
              <a:schemeClr val="bg1">
                <a:lumMod val="6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it-IT" noProof="0"/>
          </a:p>
        </p:txBody>
      </p:sp>
      <p:sp>
        <p:nvSpPr>
          <p:cNvPr id="2" name="Titolo 1"/>
          <p:cNvSpPr>
            <a:spLocks noGrp="1"/>
          </p:cNvSpPr>
          <p:nvPr>
            <p:ph type="title" hasCustomPrompt="1"/>
          </p:nvPr>
        </p:nvSpPr>
        <p:spPr>
          <a:xfrm>
            <a:off x="8216900" y="982132"/>
            <a:ext cx="2679698" cy="1412725"/>
          </a:xfrm>
        </p:spPr>
        <p:txBody>
          <a:bodyPr rtlCol="0" anchor="t"/>
          <a:lstStyle>
            <a:lvl1pPr algn="r">
              <a:defRPr/>
            </a:lvl1pPr>
          </a:lstStyle>
          <a:p>
            <a:pPr rtl="0"/>
            <a:r>
              <a:rPr lang="it-IT" noProof="0"/>
              <a:t>Fare clic sul titolo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F8AF188-1740-4DBC-94E2-2D47E8A9B251}" type="datetime1">
              <a:rPr lang="it-IT" noProof="0" smtClean="0"/>
              <a:t>23/07/2020</a:t>
            </a:fld>
            <a:endParaRPr lang="it-IT" noProof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it-IT" noProof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30EA680-D336-4FF7-8B7A-9848BB0A1C32}" type="slidenum">
              <a:rPr lang="it-IT" noProof="0" smtClean="0"/>
              <a:t>‹N›</a:t>
            </a:fld>
            <a:endParaRPr lang="it-IT" noProof="0"/>
          </a:p>
        </p:txBody>
      </p:sp>
      <p:sp>
        <p:nvSpPr>
          <p:cNvPr id="11" name="Segnaposto immagine 10">
            <a:extLst>
              <a:ext uri="{FF2B5EF4-FFF2-40B4-BE49-F238E27FC236}">
                <a16:creationId xmlns:a16="http://schemas.microsoft.com/office/drawing/2014/main" id="{087D12F9-00B3-48A4-8EFB-78ACCA9F99D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482052" y="1318687"/>
            <a:ext cx="2338493" cy="2881988"/>
          </a:xfrm>
          <a:solidFill>
            <a:schemeClr val="bg1">
              <a:lumMod val="95000"/>
            </a:schemeClr>
          </a:solidFill>
        </p:spPr>
        <p:txBody>
          <a:bodyPr rtlCol="0" anchor="ctr"/>
          <a:lstStyle>
            <a:lvl1pPr marL="0" indent="0" algn="ctr">
              <a:buNone/>
              <a:defRPr sz="1200" i="1"/>
            </a:lvl1pPr>
          </a:lstStyle>
          <a:p>
            <a:pPr rtl="0"/>
            <a:r>
              <a:rPr lang="it-IT" noProof="0"/>
              <a:t>Foto di edifici</a:t>
            </a:r>
          </a:p>
        </p:txBody>
      </p:sp>
      <p:sp>
        <p:nvSpPr>
          <p:cNvPr id="12" name="Segnaposto immagine 10">
            <a:extLst>
              <a:ext uri="{FF2B5EF4-FFF2-40B4-BE49-F238E27FC236}">
                <a16:creationId xmlns:a16="http://schemas.microsoft.com/office/drawing/2014/main" id="{242B44F9-2E79-4910-8D1A-CE37EF05242B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374222" y="3128436"/>
            <a:ext cx="3974629" cy="2424639"/>
          </a:xfrm>
          <a:solidFill>
            <a:schemeClr val="bg1">
              <a:lumMod val="95000"/>
            </a:schemeClr>
          </a:solidFill>
        </p:spPr>
        <p:txBody>
          <a:bodyPr rtlCol="0" anchor="ctr"/>
          <a:lstStyle>
            <a:lvl1pPr marL="0" marR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tabLst/>
              <a:defRPr sz="1200" i="1"/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tabLst/>
              <a:defRPr/>
            </a:pPr>
            <a:r>
              <a:rPr lang="it-IT" noProof="0"/>
              <a:t> Foto di lavoro</a:t>
            </a:r>
          </a:p>
        </p:txBody>
      </p:sp>
      <p:sp>
        <p:nvSpPr>
          <p:cNvPr id="13" name="Segnaposto immagine 10">
            <a:extLst>
              <a:ext uri="{FF2B5EF4-FFF2-40B4-BE49-F238E27FC236}">
                <a16:creationId xmlns:a16="http://schemas.microsoft.com/office/drawing/2014/main" id="{68412D06-1A64-446B-8E3E-026437ADFB5D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600451" y="1318687"/>
            <a:ext cx="1748400" cy="1680173"/>
          </a:xfrm>
          <a:solidFill>
            <a:schemeClr val="bg1">
              <a:lumMod val="95000"/>
            </a:schemeClr>
          </a:solidFill>
        </p:spPr>
        <p:txBody>
          <a:bodyPr rtlCol="0" anchor="ctr"/>
          <a:lstStyle>
            <a:lvl1pPr marL="0" marR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tabLst/>
              <a:defRPr sz="1200" i="1"/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tabLst/>
              <a:defRPr/>
            </a:pPr>
            <a:r>
              <a:rPr lang="it-IT" noProof="0"/>
              <a:t>Foto di mezzi di trasporto</a:t>
            </a:r>
          </a:p>
        </p:txBody>
      </p:sp>
      <p:sp>
        <p:nvSpPr>
          <p:cNvPr id="14" name="Segnaposto immagine 10">
            <a:extLst>
              <a:ext uri="{FF2B5EF4-FFF2-40B4-BE49-F238E27FC236}">
                <a16:creationId xmlns:a16="http://schemas.microsoft.com/office/drawing/2014/main" id="{3152ED43-82C8-44B9-8B8E-2C0C9CEB1F19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374222" y="1318687"/>
            <a:ext cx="2093027" cy="1680173"/>
          </a:xfrm>
          <a:solidFill>
            <a:schemeClr val="bg1">
              <a:lumMod val="95000"/>
            </a:schemeClr>
          </a:solidFill>
        </p:spPr>
        <p:txBody>
          <a:bodyPr rtlCol="0" anchor="ctr"/>
          <a:lstStyle>
            <a:lvl1pPr marL="0" indent="0" algn="ctr">
              <a:buNone/>
              <a:defRPr sz="1200" i="1"/>
            </a:lvl1pPr>
          </a:lstStyle>
          <a:p>
            <a:pPr rtl="0"/>
            <a:r>
              <a:rPr lang="it-IT" noProof="0"/>
              <a:t>Foto di capi d'abbigliamento</a:t>
            </a:r>
          </a:p>
        </p:txBody>
      </p:sp>
      <p:sp>
        <p:nvSpPr>
          <p:cNvPr id="19" name="Segnaposto immagine 10">
            <a:extLst>
              <a:ext uri="{FF2B5EF4-FFF2-40B4-BE49-F238E27FC236}">
                <a16:creationId xmlns:a16="http://schemas.microsoft.com/office/drawing/2014/main" id="{0BCC3DC8-BDE4-4B07-A8CA-0321A364356B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482052" y="4333875"/>
            <a:ext cx="2338493" cy="1219200"/>
          </a:xfrm>
          <a:solidFill>
            <a:schemeClr val="bg1">
              <a:lumMod val="95000"/>
            </a:schemeClr>
          </a:solidFill>
        </p:spPr>
        <p:txBody>
          <a:bodyPr rtlCol="0" anchor="ctr"/>
          <a:lstStyle>
            <a:lvl1pPr marL="0" marR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tabLst/>
              <a:defRPr sz="1200" i="1"/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tabLst/>
              <a:defRPr/>
            </a:pPr>
            <a:r>
              <a:rPr lang="it-IT" noProof="0"/>
              <a:t>Foto di altri elementi caratteristici dell'epoca</a:t>
            </a:r>
          </a:p>
        </p:txBody>
      </p:sp>
      <p:sp>
        <p:nvSpPr>
          <p:cNvPr id="21" name="Segnaposto testo 20">
            <a:extLst>
              <a:ext uri="{FF2B5EF4-FFF2-40B4-BE49-F238E27FC236}">
                <a16:creationId xmlns:a16="http://schemas.microsoft.com/office/drawing/2014/main" id="{2E769B50-B286-4700-AFD4-EFDA8F2FBA0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216900" y="2507046"/>
            <a:ext cx="2679698" cy="3349763"/>
          </a:xfrm>
        </p:spPr>
        <p:txBody>
          <a:bodyPr rtlCol="0"/>
          <a:lstStyle>
            <a:lvl1pPr marL="0" indent="0" algn="r">
              <a:buNone/>
              <a:defRPr/>
            </a:lvl1pPr>
            <a:lvl2pPr marL="457200" indent="0" algn="r">
              <a:buNone/>
              <a:defRPr/>
            </a:lvl2pPr>
            <a:lvl3pPr marL="914400" indent="0" algn="r">
              <a:buNone/>
              <a:defRPr/>
            </a:lvl3pPr>
            <a:lvl4pPr marL="1371600" indent="0" algn="r">
              <a:buNone/>
              <a:defRPr/>
            </a:lvl4pPr>
            <a:lvl5pPr marL="1828800" indent="0" algn="r">
              <a:buNone/>
              <a:defRPr/>
            </a:lvl5pPr>
          </a:lstStyle>
          <a:p>
            <a:pPr lvl="0" rtl="0"/>
            <a:r>
              <a:rPr lang="it-IT" noProof="0"/>
              <a:t>Sottotitolo</a:t>
            </a:r>
          </a:p>
        </p:txBody>
      </p:sp>
    </p:spTree>
    <p:extLst>
      <p:ext uri="{BB962C8B-B14F-4D97-AF65-F5344CB8AC3E}">
        <p14:creationId xmlns:p14="http://schemas.microsoft.com/office/powerpoint/2010/main" val="42600758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to di grandi dimension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ttangolo 11">
            <a:extLst>
              <a:ext uri="{FF2B5EF4-FFF2-40B4-BE49-F238E27FC236}">
                <a16:creationId xmlns:a16="http://schemas.microsoft.com/office/drawing/2014/main" id="{13CE66FB-7564-43B1-9A0A-6594394A243B}"/>
              </a:ext>
            </a:extLst>
          </p:cNvPr>
          <p:cNvSpPr/>
          <p:nvPr userDrawn="1"/>
        </p:nvSpPr>
        <p:spPr>
          <a:xfrm>
            <a:off x="476250" y="476250"/>
            <a:ext cx="11239500" cy="592455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it-IT" noProof="0"/>
          </a:p>
        </p:txBody>
      </p:sp>
      <p:sp>
        <p:nvSpPr>
          <p:cNvPr id="11" name="Segnaposto immagine 10">
            <a:extLst>
              <a:ext uri="{FF2B5EF4-FFF2-40B4-BE49-F238E27FC236}">
                <a16:creationId xmlns:a16="http://schemas.microsoft.com/office/drawing/2014/main" id="{D335E96D-A567-4898-B2BA-3B8C2F40BA6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52000" y="567000"/>
            <a:ext cx="11088000" cy="5724000"/>
          </a:xfrm>
          <a:solidFill>
            <a:schemeClr val="bg1">
              <a:lumMod val="95000"/>
            </a:schemeClr>
          </a:solidFill>
        </p:spPr>
        <p:txBody>
          <a:bodyPr rtlCol="0" anchor="ctr"/>
          <a:lstStyle>
            <a:lvl1pPr marL="0" indent="0" algn="ctr">
              <a:buNone/>
              <a:defRPr sz="1600" i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it-IT" noProof="0"/>
              <a:t>Inserire un'immagine suggestiva dell'epoca in questione</a:t>
            </a:r>
          </a:p>
        </p:txBody>
      </p:sp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295402" y="692939"/>
            <a:ext cx="9601196" cy="751418"/>
          </a:xfrm>
        </p:spPr>
        <p:txBody>
          <a:bodyPr rtlCol="0"/>
          <a:lstStyle/>
          <a:p>
            <a:pPr rtl="0"/>
            <a:r>
              <a:rPr lang="it-IT" noProof="0"/>
              <a:t>Fare clic per modificare lo stile del titolo dello schema</a:t>
            </a:r>
          </a:p>
        </p:txBody>
      </p:sp>
      <p:pic>
        <p:nvPicPr>
          <p:cNvPr id="7" name="Immagine 6" descr="HD-PanelContent-GrommetsCombined.png">
            <a:extLst>
              <a:ext uri="{FF2B5EF4-FFF2-40B4-BE49-F238E27FC236}">
                <a16:creationId xmlns:a16="http://schemas.microsoft.com/office/drawing/2014/main" id="{EE5D561D-B993-4D57-A306-77777AD9090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28661" y="631069"/>
            <a:ext cx="240481" cy="238041"/>
          </a:xfrm>
          <a:prstGeom prst="ellipse">
            <a:avLst/>
          </a:prstGeom>
          <a:effectLst>
            <a:outerShdw blurRad="12700" dir="2700000" sx="102000" sy="102000" algn="tl" rotWithShape="0">
              <a:prstClr val="black">
                <a:alpha val="40000"/>
              </a:prstClr>
            </a:outerShdw>
          </a:effectLst>
        </p:spPr>
      </p:pic>
      <p:pic>
        <p:nvPicPr>
          <p:cNvPr id="8" name="Immagine 7" descr="HD-PanelContent-GrommetsCombined.png">
            <a:extLst>
              <a:ext uri="{FF2B5EF4-FFF2-40B4-BE49-F238E27FC236}">
                <a16:creationId xmlns:a16="http://schemas.microsoft.com/office/drawing/2014/main" id="{56E46F13-579D-42C5-8CB9-411911275FA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22858" y="631069"/>
            <a:ext cx="240481" cy="238041"/>
          </a:xfrm>
          <a:prstGeom prst="ellipse">
            <a:avLst/>
          </a:prstGeom>
          <a:effectLst>
            <a:outerShdw blurRad="12700" dir="2700000" sx="102000" sy="102000" algn="tl" rotWithShape="0">
              <a:prstClr val="black">
                <a:alpha val="40000"/>
              </a:prstClr>
            </a:outerShdw>
          </a:effectLst>
        </p:spPr>
      </p:pic>
      <p:pic>
        <p:nvPicPr>
          <p:cNvPr id="9" name="Immagine 8" descr="HD-PanelContent-GrommetsCombined.png">
            <a:extLst>
              <a:ext uri="{FF2B5EF4-FFF2-40B4-BE49-F238E27FC236}">
                <a16:creationId xmlns:a16="http://schemas.microsoft.com/office/drawing/2014/main" id="{E055F617-AE0E-412B-BD58-B6C6F1E57E2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28661" y="5996029"/>
            <a:ext cx="240481" cy="238041"/>
          </a:xfrm>
          <a:prstGeom prst="ellipse">
            <a:avLst/>
          </a:prstGeom>
          <a:effectLst>
            <a:outerShdw blurRad="12700" dir="2700000" sx="102000" sy="102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0" name="Immagine 9" descr="HD-PanelContent-GrommetsCombined.png">
            <a:extLst>
              <a:ext uri="{FF2B5EF4-FFF2-40B4-BE49-F238E27FC236}">
                <a16:creationId xmlns:a16="http://schemas.microsoft.com/office/drawing/2014/main" id="{E6A3ABD2-1E11-490E-83ED-21CCB187892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22858" y="5996029"/>
            <a:ext cx="240481" cy="238041"/>
          </a:xfrm>
          <a:prstGeom prst="ellipse">
            <a:avLst/>
          </a:prstGeom>
          <a:effectLst>
            <a:outerShdw blurRad="12700" dir="2700000" sx="102000" sy="102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182870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uto + Foto corret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Connettore diritto 7"/>
          <p:cNvCxnSpPr>
            <a:cxnSpLocks/>
          </p:cNvCxnSpPr>
          <p:nvPr/>
        </p:nvCxnSpPr>
        <p:spPr>
          <a:xfrm>
            <a:off x="1295401" y="2421466"/>
            <a:ext cx="358038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olo 1"/>
          <p:cNvSpPr>
            <a:spLocks noGrp="1"/>
          </p:cNvSpPr>
          <p:nvPr>
            <p:ph type="title" hasCustomPrompt="1"/>
          </p:nvPr>
        </p:nvSpPr>
        <p:spPr>
          <a:xfrm>
            <a:off x="1295403" y="982132"/>
            <a:ext cx="3580380" cy="1303867"/>
          </a:xfrm>
        </p:spPr>
        <p:txBody>
          <a:bodyPr rtlCol="0"/>
          <a:lstStyle>
            <a:lvl1pPr algn="l">
              <a:defRPr/>
            </a:lvl1pPr>
          </a:lstStyle>
          <a:p>
            <a:pPr rtl="0"/>
            <a:r>
              <a:rPr lang="it-IT" noProof="0"/>
              <a:t>Fare clic per modificare il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 hasCustomPrompt="1"/>
          </p:nvPr>
        </p:nvSpPr>
        <p:spPr>
          <a:xfrm>
            <a:off x="1295401" y="2560320"/>
            <a:ext cx="3580381" cy="3310128"/>
          </a:xfrm>
        </p:spPr>
        <p:txBody>
          <a:bodyPr rtlCol="0">
            <a:normAutofit/>
          </a:bodyPr>
          <a:lstStyle/>
          <a:p>
            <a:pPr lvl="0" rtl="0"/>
            <a:r>
              <a:rPr lang="it-IT" noProof="0"/>
              <a:t>Modifica gli stili del testo dello schema</a:t>
            </a:r>
          </a:p>
          <a:p>
            <a:pPr lvl="1" rtl="0"/>
            <a:r>
              <a:rPr lang="it-IT" noProof="0"/>
              <a:t>Secondo livello</a:t>
            </a:r>
          </a:p>
          <a:p>
            <a:pPr lvl="2" rtl="0"/>
            <a:r>
              <a:rPr lang="it-IT" noProof="0"/>
              <a:t>Terzo livello</a:t>
            </a:r>
          </a:p>
          <a:p>
            <a:pPr lvl="3" rtl="0"/>
            <a:r>
              <a:rPr lang="it-IT" noProof="0"/>
              <a:t>Quarto livello</a:t>
            </a:r>
          </a:p>
          <a:p>
            <a:pPr lvl="4" rtl="0"/>
            <a:r>
              <a:rPr lang="it-IT" noProof="0"/>
              <a:t>Quinto livello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BC5861B-E5C7-405D-84E1-FB3FEF41B968}" type="datetime1">
              <a:rPr lang="it-IT" noProof="0" smtClean="0"/>
              <a:t>23/07/2020</a:t>
            </a:fld>
            <a:endParaRPr lang="it-IT" noProof="0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it-IT" noProof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30EA680-D336-4FF7-8B7A-9848BB0A1C32}" type="slidenum">
              <a:rPr lang="it-IT" noProof="0" smtClean="0"/>
              <a:t>‹N›</a:t>
            </a:fld>
            <a:endParaRPr lang="it-IT" noProof="0"/>
          </a:p>
        </p:txBody>
      </p:sp>
      <p:sp>
        <p:nvSpPr>
          <p:cNvPr id="10" name="Parallelogramma 9">
            <a:extLst>
              <a:ext uri="{FF2B5EF4-FFF2-40B4-BE49-F238E27FC236}">
                <a16:creationId xmlns:a16="http://schemas.microsoft.com/office/drawing/2014/main" id="{9C4F6082-2952-43DC-9B9C-74C88B262CE9}"/>
              </a:ext>
            </a:extLst>
          </p:cNvPr>
          <p:cNvSpPr/>
          <p:nvPr userDrawn="1"/>
        </p:nvSpPr>
        <p:spPr>
          <a:xfrm rot="5400000">
            <a:off x="6801681" y="1316976"/>
            <a:ext cx="4037344" cy="5975391"/>
          </a:xfrm>
          <a:prstGeom prst="parallelogram">
            <a:avLst>
              <a:gd name="adj" fmla="val 12608"/>
            </a:avLst>
          </a:prstGeom>
          <a:gradFill>
            <a:gsLst>
              <a:gs pos="11000">
                <a:schemeClr val="tx1">
                  <a:alpha val="0"/>
                </a:schemeClr>
              </a:gs>
              <a:gs pos="100000">
                <a:schemeClr val="tx1"/>
              </a:gs>
            </a:gsLst>
            <a:lin ang="5400000" scaled="1"/>
          </a:gradFill>
          <a:ln>
            <a:noFill/>
          </a:ln>
          <a:effectLst>
            <a:softEdge rad="317500"/>
          </a:effectLst>
          <a:scene3d>
            <a:camera prst="orthographicFront"/>
            <a:lightRig rig="threePt" dir="t">
              <a:rot lat="0" lon="0" rev="20400000"/>
            </a:lightRig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it-IT" noProof="0"/>
          </a:p>
        </p:txBody>
      </p:sp>
      <p:sp>
        <p:nvSpPr>
          <p:cNvPr id="11" name="Rettangolo: Angoli arrotondati 10">
            <a:extLst>
              <a:ext uri="{FF2B5EF4-FFF2-40B4-BE49-F238E27FC236}">
                <a16:creationId xmlns:a16="http://schemas.microsoft.com/office/drawing/2014/main" id="{67618976-780E-4131-85CD-66F013F5ACDE}"/>
              </a:ext>
            </a:extLst>
          </p:cNvPr>
          <p:cNvSpPr/>
          <p:nvPr userDrawn="1"/>
        </p:nvSpPr>
        <p:spPr>
          <a:xfrm rot="-120000">
            <a:off x="5372113" y="869568"/>
            <a:ext cx="5703690" cy="4902845"/>
          </a:xfrm>
          <a:prstGeom prst="roundRect">
            <a:avLst>
              <a:gd name="adj" fmla="val 454"/>
            </a:avLst>
          </a:prstGeom>
          <a:blipFill dpi="0" rotWithShape="1">
            <a:blip r:embed="rId2" cstate="screen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4000"/>
                      </a14:imgEffect>
                      <a14:imgEffect>
                        <a14:saturation sat="0"/>
                      </a14:imgEffect>
                      <a14:imgEffect>
                        <a14:brightnessContrast bright="4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tile tx="0" ty="0" sx="20000" sy="20000" flip="xy" algn="tl"/>
          </a:blipFill>
          <a:ln>
            <a:noFill/>
          </a:ln>
          <a:effectLst/>
          <a:scene3d>
            <a:camera prst="orthographicFront"/>
            <a:lightRig rig="threePt" dir="t">
              <a:rot lat="0" lon="0" rev="20400000"/>
            </a:lightRig>
          </a:scene3d>
          <a:sp3d>
            <a:bevelT w="12700" h="6350"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it-IT" noProof="0"/>
          </a:p>
        </p:txBody>
      </p:sp>
      <p:sp>
        <p:nvSpPr>
          <p:cNvPr id="12" name="Segnaposto immagine 17">
            <a:extLst>
              <a:ext uri="{FF2B5EF4-FFF2-40B4-BE49-F238E27FC236}">
                <a16:creationId xmlns:a16="http://schemas.microsoft.com/office/drawing/2014/main" id="{01E4A9BC-C863-435A-8A18-508AE86DCBB7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 rot="-120000" flipH="1">
            <a:off x="5584031" y="1077708"/>
            <a:ext cx="5279854" cy="4486565"/>
          </a:xfrm>
          <a:solidFill>
            <a:schemeClr val="tx1">
              <a:lumMod val="75000"/>
              <a:lumOff val="25000"/>
            </a:schemeClr>
          </a:solidFill>
          <a:effectLst>
            <a:innerShdw blurRad="25400" dist="12700" dir="13500000">
              <a:prstClr val="black">
                <a:alpha val="16000"/>
              </a:prstClr>
            </a:innerShdw>
          </a:effectLst>
        </p:spPr>
        <p:txBody>
          <a:bodyPr lIns="180000" rIns="180000" rtlCol="0" anchor="ctr"/>
          <a:lstStyle>
            <a:lvl1pPr marL="0" indent="0" algn="ctr">
              <a:buNone/>
              <a:defRPr sz="1600" i="1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defRPr>
            </a:lvl1pPr>
          </a:lstStyle>
          <a:p>
            <a:pPr rtl="0"/>
            <a:r>
              <a:rPr lang="it-IT" noProof="0"/>
              <a:t>Inserire o trascinare la foto</a:t>
            </a:r>
          </a:p>
        </p:txBody>
      </p:sp>
    </p:spTree>
    <p:extLst>
      <p:ext uri="{BB962C8B-B14F-4D97-AF65-F5344CB8AC3E}">
        <p14:creationId xmlns:p14="http://schemas.microsoft.com/office/powerpoint/2010/main" val="1683869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olo + Contenuto alternativ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magine 8" descr="HD-PanelContent-GrommetsCombined.png">
            <a:extLst>
              <a:ext uri="{FF2B5EF4-FFF2-40B4-BE49-F238E27FC236}">
                <a16:creationId xmlns:a16="http://schemas.microsoft.com/office/drawing/2014/main" id="{7BD0150C-9F76-4D95-80BF-675693B48FA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cxnSp>
        <p:nvCxnSpPr>
          <p:cNvPr id="7" name="Connettore diritto 6"/>
          <p:cNvCxnSpPr>
            <a:cxnSpLocks/>
          </p:cNvCxnSpPr>
          <p:nvPr/>
        </p:nvCxnSpPr>
        <p:spPr>
          <a:xfrm>
            <a:off x="1295401" y="2421466"/>
            <a:ext cx="466966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olo 1"/>
          <p:cNvSpPr>
            <a:spLocks noGrp="1"/>
          </p:cNvSpPr>
          <p:nvPr>
            <p:ph type="title" hasCustomPrompt="1"/>
          </p:nvPr>
        </p:nvSpPr>
        <p:spPr>
          <a:xfrm>
            <a:off x="1295402" y="982132"/>
            <a:ext cx="4669664" cy="1303867"/>
          </a:xfrm>
        </p:spPr>
        <p:txBody>
          <a:bodyPr rtlCol="0"/>
          <a:lstStyle/>
          <a:p>
            <a:pPr rtl="0"/>
            <a:r>
              <a:rPr lang="it-IT" noProof="0"/>
              <a:t>Fare clic per modificare il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 hasCustomPrompt="1"/>
          </p:nvPr>
        </p:nvSpPr>
        <p:spPr>
          <a:xfrm>
            <a:off x="1295401" y="2556932"/>
            <a:ext cx="4669666" cy="3318936"/>
          </a:xfrm>
        </p:spPr>
        <p:txBody>
          <a:bodyPr rtlCol="0"/>
          <a:lstStyle/>
          <a:p>
            <a:pPr lvl="0" rtl="0"/>
            <a:r>
              <a:rPr lang="it-IT" noProof="0"/>
              <a:t>Modifica gli stili del testo dello schema</a:t>
            </a:r>
          </a:p>
          <a:p>
            <a:pPr lvl="1" rtl="0"/>
            <a:r>
              <a:rPr lang="it-IT" noProof="0"/>
              <a:t>Secondo livello</a:t>
            </a:r>
          </a:p>
          <a:p>
            <a:pPr lvl="2" rtl="0"/>
            <a:r>
              <a:rPr lang="it-IT" noProof="0"/>
              <a:t>Terzo livello</a:t>
            </a:r>
          </a:p>
          <a:p>
            <a:pPr lvl="3" rtl="0"/>
            <a:r>
              <a:rPr lang="it-IT" noProof="0"/>
              <a:t>Quarto livello</a:t>
            </a:r>
          </a:p>
          <a:p>
            <a:pPr lvl="4" rtl="0"/>
            <a:r>
              <a:rPr lang="it-IT" noProof="0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DF2A143-1743-49A6-A69D-430FF1D9656C}" type="datetime1">
              <a:rPr lang="it-IT" noProof="0" smtClean="0"/>
              <a:t>23/07/2020</a:t>
            </a:fld>
            <a:endParaRPr lang="it-IT" noProof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it-IT" noProof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30EA680-D336-4FF7-8B7A-9848BB0A1C32}" type="slidenum">
              <a:rPr lang="it-IT" noProof="0" smtClean="0"/>
              <a:t>‹N›</a:t>
            </a:fld>
            <a:endParaRPr lang="it-IT" noProof="0"/>
          </a:p>
        </p:txBody>
      </p:sp>
      <p:sp>
        <p:nvSpPr>
          <p:cNvPr id="11" name="Segnaposto contenuto 2">
            <a:extLst>
              <a:ext uri="{FF2B5EF4-FFF2-40B4-BE49-F238E27FC236}">
                <a16:creationId xmlns:a16="http://schemas.microsoft.com/office/drawing/2014/main" id="{68FEA8B0-7C15-481C-885B-E54C78BC32E7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6226935" y="982132"/>
            <a:ext cx="4669666" cy="4126581"/>
          </a:xfrm>
        </p:spPr>
        <p:txBody>
          <a:bodyPr rtlCol="0"/>
          <a:lstStyle/>
          <a:p>
            <a:pPr lvl="0" rtl="0"/>
            <a:r>
              <a:rPr lang="it-IT" noProof="0"/>
              <a:t>Modifica gli stili del testo dello schema</a:t>
            </a:r>
          </a:p>
          <a:p>
            <a:pPr lvl="1" rtl="0"/>
            <a:r>
              <a:rPr lang="it-IT" noProof="0"/>
              <a:t>Secondo livello</a:t>
            </a:r>
          </a:p>
          <a:p>
            <a:pPr lvl="2" rtl="0"/>
            <a:r>
              <a:rPr lang="it-IT" noProof="0"/>
              <a:t>Terzo livello</a:t>
            </a:r>
          </a:p>
          <a:p>
            <a:pPr lvl="3" rtl="0"/>
            <a:r>
              <a:rPr lang="it-IT" noProof="0"/>
              <a:t>Quarto livello</a:t>
            </a:r>
          </a:p>
          <a:p>
            <a:pPr lvl="4" rtl="0"/>
            <a:r>
              <a:rPr lang="it-IT" noProof="0"/>
              <a:t>Quinto livello</a:t>
            </a:r>
          </a:p>
        </p:txBody>
      </p:sp>
      <p:sp>
        <p:nvSpPr>
          <p:cNvPr id="14" name="Segnaposto testo 13">
            <a:extLst>
              <a:ext uri="{FF2B5EF4-FFF2-40B4-BE49-F238E27FC236}">
                <a16:creationId xmlns:a16="http://schemas.microsoft.com/office/drawing/2014/main" id="{8DCEB7F9-6056-41AE-93D6-C5D4C94C8F5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 rot="21043309">
            <a:off x="8122162" y="5338536"/>
            <a:ext cx="2746356" cy="425315"/>
          </a:xfrm>
        </p:spPr>
        <p:txBody>
          <a:bodyPr rtlCol="0"/>
          <a:lstStyle>
            <a:lvl1pPr marL="0" indent="0" algn="r">
              <a:buNone/>
              <a:defRPr i="0">
                <a:latin typeface="Lucida Handwriting" panose="03010101010101010101" pitchFamily="66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 rtl="0"/>
            <a:r>
              <a:rPr lang="it-IT" noProof="0"/>
              <a:t>Generazione XYZ</a:t>
            </a:r>
          </a:p>
        </p:txBody>
      </p:sp>
    </p:spTree>
    <p:extLst>
      <p:ext uri="{BB962C8B-B14F-4D97-AF65-F5344CB8AC3E}">
        <p14:creationId xmlns:p14="http://schemas.microsoft.com/office/powerpoint/2010/main" val="14557719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e pun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295400" y="979709"/>
            <a:ext cx="9601197" cy="1822514"/>
          </a:xfrm>
        </p:spPr>
        <p:txBody>
          <a:bodyPr rtlCol="0" anchor="b">
            <a:normAutofit/>
          </a:bodyPr>
          <a:lstStyle>
            <a:lvl1pPr algn="ctr">
              <a:defRPr sz="4400" b="0" cap="none"/>
            </a:lvl1pPr>
          </a:lstStyle>
          <a:p>
            <a:pPr rtl="0"/>
            <a:r>
              <a:rPr lang="it-IT" noProof="0"/>
              <a:t>Fare clic per modificare lo stile del titolo dello schema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1295400" y="3073155"/>
            <a:ext cx="9601197" cy="520392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it-IT" noProof="0"/>
              <a:t>Fare clic per modificare gli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439BBD9-26C8-4CB8-804D-36931E8A1A35}" type="datetime1">
              <a:rPr lang="it-IT" noProof="0" smtClean="0"/>
              <a:t>23/07/2020</a:t>
            </a:fld>
            <a:endParaRPr lang="it-IT" noProof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it-IT" noProof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30EA680-D336-4FF7-8B7A-9848BB0A1C32}" type="slidenum">
              <a:rPr lang="it-IT" noProof="0" smtClean="0"/>
              <a:t>‹N›</a:t>
            </a:fld>
            <a:endParaRPr lang="it-IT" noProof="0"/>
          </a:p>
        </p:txBody>
      </p:sp>
      <p:cxnSp>
        <p:nvCxnSpPr>
          <p:cNvPr id="16" name="Connettore diritto 15"/>
          <p:cNvCxnSpPr/>
          <p:nvPr/>
        </p:nvCxnSpPr>
        <p:spPr>
          <a:xfrm>
            <a:off x="1296884" y="2937688"/>
            <a:ext cx="960120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Segnaposto contenuto 2">
            <a:extLst>
              <a:ext uri="{FF2B5EF4-FFF2-40B4-BE49-F238E27FC236}">
                <a16:creationId xmlns:a16="http://schemas.microsoft.com/office/drawing/2014/main" id="{4202A890-9091-4399-80AF-8AF212A1ED43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1295401" y="3864479"/>
            <a:ext cx="2952000" cy="1109133"/>
          </a:xfrm>
          <a:ln w="44450" cap="sq" cmpd="thinThick">
            <a:solidFill>
              <a:schemeClr val="accent1"/>
            </a:solidFill>
            <a:miter lim="800000"/>
          </a:ln>
        </p:spPr>
        <p:txBody>
          <a:bodyPr rtlCol="0" anchor="ctr"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</a:lstStyle>
          <a:p>
            <a:pPr lvl="0" rtl="0"/>
            <a:r>
              <a:rPr lang="it-IT" noProof="0"/>
              <a:t>Descrizione</a:t>
            </a:r>
          </a:p>
        </p:txBody>
      </p:sp>
      <p:sp>
        <p:nvSpPr>
          <p:cNvPr id="9" name="Segnaposto contenuto 2">
            <a:extLst>
              <a:ext uri="{FF2B5EF4-FFF2-40B4-BE49-F238E27FC236}">
                <a16:creationId xmlns:a16="http://schemas.microsoft.com/office/drawing/2014/main" id="{F1661F6C-2BB1-41AF-BF4C-144E940F7B25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4620000" y="3864479"/>
            <a:ext cx="2952000" cy="1109133"/>
          </a:xfrm>
          <a:ln w="44450" cap="sq" cmpd="thinThick">
            <a:solidFill>
              <a:schemeClr val="accent3"/>
            </a:solidFill>
            <a:miter lim="800000"/>
          </a:ln>
        </p:spPr>
        <p:txBody>
          <a:bodyPr rtlCol="0" anchor="ctr"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</a:lstStyle>
          <a:p>
            <a:pPr lvl="0" rtl="0"/>
            <a:r>
              <a:rPr lang="it-IT" noProof="0"/>
              <a:t>Descrizione</a:t>
            </a:r>
          </a:p>
        </p:txBody>
      </p:sp>
      <p:sp>
        <p:nvSpPr>
          <p:cNvPr id="10" name="Segnaposto contenuto 2">
            <a:extLst>
              <a:ext uri="{FF2B5EF4-FFF2-40B4-BE49-F238E27FC236}">
                <a16:creationId xmlns:a16="http://schemas.microsoft.com/office/drawing/2014/main" id="{3AFB258B-8362-4F6C-94EF-7C1F32CEBF2D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7944598" y="3864479"/>
            <a:ext cx="2952000" cy="1109133"/>
          </a:xfrm>
          <a:ln w="44450" cap="sq" cmpd="thinThick">
            <a:solidFill>
              <a:schemeClr val="accent2"/>
            </a:solidFill>
            <a:miter lim="800000"/>
          </a:ln>
        </p:spPr>
        <p:txBody>
          <a:bodyPr rtlCol="0" anchor="ctr"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</a:lstStyle>
          <a:p>
            <a:pPr lvl="0" rtl="0"/>
            <a:r>
              <a:rPr lang="it-IT" noProof="0"/>
              <a:t>Descrizione</a:t>
            </a:r>
          </a:p>
        </p:txBody>
      </p:sp>
    </p:spTree>
    <p:extLst>
      <p:ext uri="{BB962C8B-B14F-4D97-AF65-F5344CB8AC3E}">
        <p14:creationId xmlns:p14="http://schemas.microsoft.com/office/powerpoint/2010/main" val="367281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rtlCol="0" anchor="b">
            <a:normAutofit/>
          </a:bodyPr>
          <a:lstStyle>
            <a:lvl1pPr algn="ctr">
              <a:defRPr sz="4400" b="0" cap="none"/>
            </a:lvl1pPr>
          </a:lstStyle>
          <a:p>
            <a:pPr rtl="0"/>
            <a:r>
              <a:rPr lang="it-IT" noProof="0"/>
              <a:t>Fare clic per modificare lo stile del titolo dello schema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it-IT" noProof="0"/>
              <a:t>Fare clic per modificare gli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7D3F33E-C876-46A8-AB57-C103BD33E866}" type="datetime1">
              <a:rPr lang="it-IT" noProof="0" smtClean="0"/>
              <a:t>23/07/2020</a:t>
            </a:fld>
            <a:endParaRPr lang="it-IT" noProof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it-IT" noProof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30EA680-D336-4FF7-8B7A-9848BB0A1C32}" type="slidenum">
              <a:rPr lang="it-IT" noProof="0" smtClean="0"/>
              <a:t>‹N›</a:t>
            </a:fld>
            <a:endParaRPr lang="it-IT" noProof="0"/>
          </a:p>
        </p:txBody>
      </p:sp>
      <p:cxnSp>
        <p:nvCxnSpPr>
          <p:cNvPr id="16" name="Connettore diritto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83693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Connettore diritto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it-IT" noProof="0"/>
              <a:t>Fare clic per modificare lo stile del titolo dello schema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 hasCustomPrompt="1"/>
          </p:nvPr>
        </p:nvSpPr>
        <p:spPr>
          <a:xfrm>
            <a:off x="1298448" y="2560320"/>
            <a:ext cx="4718304" cy="3310128"/>
          </a:xfrm>
        </p:spPr>
        <p:txBody>
          <a:bodyPr rtlCol="0">
            <a:normAutofit/>
          </a:bodyPr>
          <a:lstStyle/>
          <a:p>
            <a:pPr lvl="0" rtl="0"/>
            <a:r>
              <a:rPr lang="it-IT" noProof="0"/>
              <a:t>Modifica gli stili del testo dello schema</a:t>
            </a:r>
          </a:p>
          <a:p>
            <a:pPr lvl="1" rtl="0"/>
            <a:r>
              <a:rPr lang="it-IT" noProof="0"/>
              <a:t>Secondo livello</a:t>
            </a:r>
          </a:p>
          <a:p>
            <a:pPr lvl="2" rtl="0"/>
            <a:r>
              <a:rPr lang="it-IT" noProof="0"/>
              <a:t>Terzo livello</a:t>
            </a:r>
          </a:p>
          <a:p>
            <a:pPr lvl="3" rtl="0"/>
            <a:r>
              <a:rPr lang="it-IT" noProof="0"/>
              <a:t>Quarto livello</a:t>
            </a:r>
          </a:p>
          <a:p>
            <a:pPr lvl="4" rtl="0"/>
            <a:r>
              <a:rPr lang="it-IT" noProof="0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 hasCustomPrompt="1"/>
          </p:nvPr>
        </p:nvSpPr>
        <p:spPr>
          <a:xfrm>
            <a:off x="6181344" y="2560320"/>
            <a:ext cx="4718304" cy="3310128"/>
          </a:xfrm>
        </p:spPr>
        <p:txBody>
          <a:bodyPr rtlCol="0">
            <a:normAutofit/>
          </a:bodyPr>
          <a:lstStyle/>
          <a:p>
            <a:pPr lvl="0" rtl="0"/>
            <a:r>
              <a:rPr lang="it-IT" noProof="0"/>
              <a:t>Modifica gli stili del testo dello schema</a:t>
            </a:r>
          </a:p>
          <a:p>
            <a:pPr lvl="1" rtl="0"/>
            <a:r>
              <a:rPr lang="it-IT" noProof="0"/>
              <a:t>Secondo livello</a:t>
            </a:r>
          </a:p>
          <a:p>
            <a:pPr lvl="2" rtl="0"/>
            <a:r>
              <a:rPr lang="it-IT" noProof="0"/>
              <a:t>Terzo livello</a:t>
            </a:r>
          </a:p>
          <a:p>
            <a:pPr lvl="3" rtl="0"/>
            <a:r>
              <a:rPr lang="it-IT" noProof="0"/>
              <a:t>Quarto livello</a:t>
            </a:r>
          </a:p>
          <a:p>
            <a:pPr lvl="4" rtl="0"/>
            <a:r>
              <a:rPr lang="it-IT" noProof="0"/>
              <a:t>Quinto livello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E13C3CB-3FF4-4F6E-87A6-D469A2C8AA62}" type="datetime1">
              <a:rPr lang="it-IT" noProof="0" smtClean="0"/>
              <a:t>23/07/2020</a:t>
            </a:fld>
            <a:endParaRPr lang="it-IT" noProof="0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it-IT" noProof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30EA680-D336-4FF7-8B7A-9848BB0A1C32}" type="slidenum">
              <a:rPr lang="it-IT" noProof="0" smtClean="0"/>
              <a:t>‹N›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13363795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/>
            </a:lvl1pPr>
          </a:lstStyle>
          <a:p>
            <a:pPr rtl="0"/>
            <a:r>
              <a:rPr lang="it-IT" noProof="0"/>
              <a:t>Fare clic per modificare lo stile del titolo dello schema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 hasCustomPrompt="1"/>
          </p:nvPr>
        </p:nvSpPr>
        <p:spPr>
          <a:xfrm>
            <a:off x="1295400" y="2530739"/>
            <a:ext cx="4718304" cy="476250"/>
          </a:xfrm>
        </p:spPr>
        <p:txBody>
          <a:bodyPr rtlCol="0" anchor="b">
            <a:noAutofit/>
          </a:bodyPr>
          <a:lstStyle>
            <a:lvl1pPr marL="0" indent="0">
              <a:buNone/>
              <a:defRPr sz="2800" b="0">
                <a:solidFill>
                  <a:schemeClr val="accent3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it-IT" noProof="0"/>
              <a:t>Modifica gli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 hasCustomPrompt="1"/>
          </p:nvPr>
        </p:nvSpPr>
        <p:spPr>
          <a:xfrm>
            <a:off x="1295400" y="3116261"/>
            <a:ext cx="4718304" cy="2632605"/>
          </a:xfrm>
        </p:spPr>
        <p:txBody>
          <a:bodyPr rtlCol="0" anchor="t">
            <a:normAutofit/>
          </a:bodyPr>
          <a:lstStyle>
            <a:lvl1pPr>
              <a:buClr>
                <a:schemeClr val="accent3"/>
              </a:buClr>
              <a:defRPr/>
            </a:lvl1pPr>
            <a:lvl2pPr>
              <a:buClr>
                <a:schemeClr val="accent3"/>
              </a:buClr>
              <a:defRPr/>
            </a:lvl2pPr>
            <a:lvl3pPr>
              <a:buClr>
                <a:schemeClr val="accent3"/>
              </a:buClr>
              <a:defRPr/>
            </a:lvl3pPr>
            <a:lvl4pPr>
              <a:buClr>
                <a:schemeClr val="accent3"/>
              </a:buClr>
              <a:defRPr/>
            </a:lvl4pPr>
            <a:lvl5pPr>
              <a:buClr>
                <a:schemeClr val="accent3"/>
              </a:buClr>
              <a:defRPr/>
            </a:lvl5pPr>
          </a:lstStyle>
          <a:p>
            <a:pPr lvl="0" rtl="0"/>
            <a:r>
              <a:rPr lang="it-IT" noProof="0"/>
              <a:t>Modifica gli stili del testo dello schema</a:t>
            </a:r>
          </a:p>
          <a:p>
            <a:pPr lvl="1" rtl="0"/>
            <a:r>
              <a:rPr lang="it-IT" noProof="0"/>
              <a:t>Secondo livello</a:t>
            </a:r>
          </a:p>
          <a:p>
            <a:pPr lvl="2" rtl="0"/>
            <a:r>
              <a:rPr lang="it-IT" noProof="0"/>
              <a:t>Terzo livello</a:t>
            </a:r>
          </a:p>
          <a:p>
            <a:pPr lvl="3" rtl="0"/>
            <a:r>
              <a:rPr lang="it-IT" noProof="0"/>
              <a:t>Quarto livello</a:t>
            </a:r>
          </a:p>
          <a:p>
            <a:pPr lvl="4" rtl="0"/>
            <a:r>
              <a:rPr lang="it-IT" noProof="0"/>
              <a:t>Quinto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 hasCustomPrompt="1"/>
          </p:nvPr>
        </p:nvSpPr>
        <p:spPr>
          <a:xfrm>
            <a:off x="6180671" y="2530739"/>
            <a:ext cx="4718304" cy="476250"/>
          </a:xfrm>
        </p:spPr>
        <p:txBody>
          <a:bodyPr rtlCol="0" anchor="b">
            <a:noAutofit/>
          </a:bodyPr>
          <a:lstStyle>
            <a:lvl1pPr marL="0" indent="0">
              <a:buNone/>
              <a:defRPr sz="2800" b="0">
                <a:solidFill>
                  <a:schemeClr val="accent2">
                    <a:lumMod val="7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it-IT" noProof="0"/>
              <a:t>Modifica gli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 hasCustomPrompt="1"/>
          </p:nvPr>
        </p:nvSpPr>
        <p:spPr>
          <a:xfrm>
            <a:off x="6180671" y="3116261"/>
            <a:ext cx="4718304" cy="2632605"/>
          </a:xfrm>
        </p:spPr>
        <p:txBody>
          <a:bodyPr rtlCol="0" anchor="t">
            <a:normAutofit/>
          </a:bodyPr>
          <a:lstStyle>
            <a:lvl1pPr>
              <a:buClr>
                <a:schemeClr val="accent2"/>
              </a:buClr>
              <a:defRPr/>
            </a:lvl1pPr>
            <a:lvl2pPr>
              <a:buClr>
                <a:schemeClr val="accent2"/>
              </a:buClr>
              <a:defRPr/>
            </a:lvl2pPr>
            <a:lvl3pPr>
              <a:buClr>
                <a:schemeClr val="accent2"/>
              </a:buClr>
              <a:defRPr/>
            </a:lvl3pPr>
            <a:lvl4pPr>
              <a:buClr>
                <a:schemeClr val="accent2"/>
              </a:buClr>
              <a:defRPr/>
            </a:lvl4pPr>
            <a:lvl5pPr>
              <a:buClr>
                <a:schemeClr val="accent2"/>
              </a:buClr>
              <a:defRPr/>
            </a:lvl5pPr>
          </a:lstStyle>
          <a:p>
            <a:pPr lvl="0" rtl="0"/>
            <a:r>
              <a:rPr lang="it-IT" noProof="0"/>
              <a:t>Modifica gli stili del testo dello schema</a:t>
            </a:r>
          </a:p>
          <a:p>
            <a:pPr lvl="1" rtl="0"/>
            <a:r>
              <a:rPr lang="it-IT" noProof="0"/>
              <a:t>Secondo livello</a:t>
            </a:r>
          </a:p>
          <a:p>
            <a:pPr lvl="2" rtl="0"/>
            <a:r>
              <a:rPr lang="it-IT" noProof="0"/>
              <a:t>Terzo livello</a:t>
            </a:r>
          </a:p>
          <a:p>
            <a:pPr lvl="3" rtl="0"/>
            <a:r>
              <a:rPr lang="it-IT" noProof="0"/>
              <a:t>Quarto livello</a:t>
            </a:r>
          </a:p>
          <a:p>
            <a:pPr lvl="4" rtl="0"/>
            <a:r>
              <a:rPr lang="it-IT" noProof="0"/>
              <a:t>Quinto livello</a:t>
            </a:r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48DB41C-002B-40E2-B59B-327D69B8DC4A}" type="datetime1">
              <a:rPr lang="it-IT" noProof="0" smtClean="0"/>
              <a:t>23/07/2020</a:t>
            </a:fld>
            <a:endParaRPr lang="it-IT" noProof="0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it-IT" noProof="0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30EA680-D336-4FF7-8B7A-9848BB0A1C32}" type="slidenum">
              <a:rPr lang="it-IT" noProof="0" smtClean="0"/>
              <a:t>‹N›</a:t>
            </a:fld>
            <a:endParaRPr lang="it-IT" noProof="0"/>
          </a:p>
        </p:txBody>
      </p:sp>
      <p:cxnSp>
        <p:nvCxnSpPr>
          <p:cNvPr id="18" name="Connettore diritto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91783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uto + Foto corret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Connettore diritto 7"/>
          <p:cNvCxnSpPr>
            <a:cxnSpLocks/>
          </p:cNvCxnSpPr>
          <p:nvPr/>
        </p:nvCxnSpPr>
        <p:spPr>
          <a:xfrm>
            <a:off x="1295401" y="2421466"/>
            <a:ext cx="358038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olo 1"/>
          <p:cNvSpPr>
            <a:spLocks noGrp="1"/>
          </p:cNvSpPr>
          <p:nvPr>
            <p:ph type="title" hasCustomPrompt="1"/>
          </p:nvPr>
        </p:nvSpPr>
        <p:spPr>
          <a:xfrm>
            <a:off x="1295403" y="982132"/>
            <a:ext cx="3580380" cy="1303867"/>
          </a:xfrm>
        </p:spPr>
        <p:txBody>
          <a:bodyPr rtlCol="0"/>
          <a:lstStyle>
            <a:lvl1pPr algn="l">
              <a:defRPr/>
            </a:lvl1pPr>
          </a:lstStyle>
          <a:p>
            <a:pPr rtl="0"/>
            <a:r>
              <a:rPr lang="it-IT" noProof="0"/>
              <a:t>Fare clic per modificare il titolo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CBD51C2-0702-4C5A-9322-CF7C66F9903F}" type="datetime1">
              <a:rPr lang="it-IT" noProof="0" smtClean="0"/>
              <a:t>23/07/2020</a:t>
            </a:fld>
            <a:endParaRPr lang="it-IT" noProof="0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it-IT" noProof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30EA680-D336-4FF7-8B7A-9848BB0A1C32}" type="slidenum">
              <a:rPr lang="it-IT" noProof="0" smtClean="0"/>
              <a:t>‹N›</a:t>
            </a:fld>
            <a:endParaRPr lang="it-IT" noProof="0"/>
          </a:p>
        </p:txBody>
      </p:sp>
      <p:sp>
        <p:nvSpPr>
          <p:cNvPr id="10" name="Parallelogramma 9">
            <a:extLst>
              <a:ext uri="{FF2B5EF4-FFF2-40B4-BE49-F238E27FC236}">
                <a16:creationId xmlns:a16="http://schemas.microsoft.com/office/drawing/2014/main" id="{9C4F6082-2952-43DC-9B9C-74C88B262CE9}"/>
              </a:ext>
            </a:extLst>
          </p:cNvPr>
          <p:cNvSpPr/>
          <p:nvPr userDrawn="1"/>
        </p:nvSpPr>
        <p:spPr>
          <a:xfrm rot="5400000">
            <a:off x="6801681" y="1316976"/>
            <a:ext cx="4037344" cy="5975391"/>
          </a:xfrm>
          <a:prstGeom prst="parallelogram">
            <a:avLst>
              <a:gd name="adj" fmla="val 12608"/>
            </a:avLst>
          </a:prstGeom>
          <a:gradFill>
            <a:gsLst>
              <a:gs pos="11000">
                <a:schemeClr val="tx1">
                  <a:alpha val="0"/>
                </a:schemeClr>
              </a:gs>
              <a:gs pos="100000">
                <a:schemeClr val="tx1"/>
              </a:gs>
            </a:gsLst>
            <a:lin ang="5400000" scaled="1"/>
          </a:gradFill>
          <a:ln>
            <a:noFill/>
          </a:ln>
          <a:effectLst>
            <a:softEdge rad="317500"/>
          </a:effectLst>
          <a:scene3d>
            <a:camera prst="orthographicFront"/>
            <a:lightRig rig="threePt" dir="t">
              <a:rot lat="0" lon="0" rev="20400000"/>
            </a:lightRig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it-IT" noProof="0"/>
          </a:p>
        </p:txBody>
      </p:sp>
      <p:sp>
        <p:nvSpPr>
          <p:cNvPr id="11" name="Rettangolo: Angoli arrotondati 10">
            <a:extLst>
              <a:ext uri="{FF2B5EF4-FFF2-40B4-BE49-F238E27FC236}">
                <a16:creationId xmlns:a16="http://schemas.microsoft.com/office/drawing/2014/main" id="{67618976-780E-4131-85CD-66F013F5ACDE}"/>
              </a:ext>
            </a:extLst>
          </p:cNvPr>
          <p:cNvSpPr/>
          <p:nvPr userDrawn="1"/>
        </p:nvSpPr>
        <p:spPr>
          <a:xfrm rot="-120000">
            <a:off x="5372113" y="869568"/>
            <a:ext cx="5703690" cy="4902845"/>
          </a:xfrm>
          <a:prstGeom prst="roundRect">
            <a:avLst>
              <a:gd name="adj" fmla="val 454"/>
            </a:avLst>
          </a:prstGeom>
          <a:blipFill dpi="0" rotWithShape="1">
            <a:blip r:embed="rId2" cstate="screen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4000"/>
                      </a14:imgEffect>
                      <a14:imgEffect>
                        <a14:saturation sat="0"/>
                      </a14:imgEffect>
                      <a14:imgEffect>
                        <a14:brightnessContrast bright="4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tile tx="0" ty="0" sx="20000" sy="20000" flip="xy" algn="tl"/>
          </a:blipFill>
          <a:ln>
            <a:noFill/>
          </a:ln>
          <a:effectLst/>
          <a:scene3d>
            <a:camera prst="orthographicFront"/>
            <a:lightRig rig="threePt" dir="t">
              <a:rot lat="0" lon="0" rev="20400000"/>
            </a:lightRig>
          </a:scene3d>
          <a:sp3d>
            <a:bevelT w="12700" h="6350"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it-IT" noProof="0"/>
          </a:p>
        </p:txBody>
      </p:sp>
      <p:sp>
        <p:nvSpPr>
          <p:cNvPr id="12" name="Segnaposto immagine 17">
            <a:extLst>
              <a:ext uri="{FF2B5EF4-FFF2-40B4-BE49-F238E27FC236}">
                <a16:creationId xmlns:a16="http://schemas.microsoft.com/office/drawing/2014/main" id="{01E4A9BC-C863-435A-8A18-508AE86DCBB7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 rot="-120000" flipH="1">
            <a:off x="5584031" y="1077708"/>
            <a:ext cx="5279854" cy="4486565"/>
          </a:xfrm>
          <a:solidFill>
            <a:schemeClr val="tx1">
              <a:lumMod val="75000"/>
              <a:lumOff val="25000"/>
            </a:schemeClr>
          </a:solidFill>
          <a:effectLst>
            <a:innerShdw blurRad="25400" dist="12700" dir="13500000">
              <a:prstClr val="black">
                <a:alpha val="16000"/>
              </a:prstClr>
            </a:innerShdw>
          </a:effectLst>
        </p:spPr>
        <p:txBody>
          <a:bodyPr lIns="180000" rIns="180000" rtlCol="0" anchor="ctr"/>
          <a:lstStyle>
            <a:lvl1pPr marL="0" indent="0" algn="ctr">
              <a:buNone/>
              <a:defRPr sz="1600" i="1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defRPr>
            </a:lvl1pPr>
          </a:lstStyle>
          <a:p>
            <a:pPr rtl="0"/>
            <a:r>
              <a:rPr lang="it-IT" noProof="0"/>
              <a:t>Inserire o trascinare la foto</a:t>
            </a:r>
          </a:p>
        </p:txBody>
      </p:sp>
      <p:sp>
        <p:nvSpPr>
          <p:cNvPr id="13" name="Segnaposto testo 3">
            <a:extLst>
              <a:ext uri="{FF2B5EF4-FFF2-40B4-BE49-F238E27FC236}">
                <a16:creationId xmlns:a16="http://schemas.microsoft.com/office/drawing/2014/main" id="{809CB875-1032-49F8-A74E-BD0BA58F97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95400" y="2556934"/>
            <a:ext cx="3580381" cy="3312054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it-IT" noProof="0"/>
              <a:t>Fare clic per modificare gli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17824540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uto + Foto corret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Connettore diritto 7"/>
          <p:cNvCxnSpPr>
            <a:cxnSpLocks/>
          </p:cNvCxnSpPr>
          <p:nvPr/>
        </p:nvCxnSpPr>
        <p:spPr>
          <a:xfrm>
            <a:off x="1295401" y="2421466"/>
            <a:ext cx="358038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olo 1"/>
          <p:cNvSpPr>
            <a:spLocks noGrp="1"/>
          </p:cNvSpPr>
          <p:nvPr>
            <p:ph type="title" hasCustomPrompt="1"/>
          </p:nvPr>
        </p:nvSpPr>
        <p:spPr>
          <a:xfrm>
            <a:off x="1295403" y="982132"/>
            <a:ext cx="3580380" cy="1303867"/>
          </a:xfrm>
        </p:spPr>
        <p:txBody>
          <a:bodyPr rtlCol="0"/>
          <a:lstStyle>
            <a:lvl1pPr algn="l">
              <a:defRPr/>
            </a:lvl1pPr>
          </a:lstStyle>
          <a:p>
            <a:pPr rtl="0"/>
            <a:r>
              <a:rPr lang="it-IT" noProof="0"/>
              <a:t>Fare clic per modificare il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 hasCustomPrompt="1"/>
          </p:nvPr>
        </p:nvSpPr>
        <p:spPr>
          <a:xfrm>
            <a:off x="5288294" y="895547"/>
            <a:ext cx="5871325" cy="4974901"/>
          </a:xfrm>
        </p:spPr>
        <p:txBody>
          <a:bodyPr rtlCol="0">
            <a:normAutofit/>
          </a:bodyPr>
          <a:lstStyle/>
          <a:p>
            <a:pPr lvl="0" rtl="0"/>
            <a:r>
              <a:rPr lang="it-IT" noProof="0"/>
              <a:t>Modifica gli stili del testo dello schema</a:t>
            </a:r>
          </a:p>
          <a:p>
            <a:pPr lvl="1" rtl="0"/>
            <a:r>
              <a:rPr lang="it-IT" noProof="0"/>
              <a:t>Secondo livello</a:t>
            </a:r>
          </a:p>
          <a:p>
            <a:pPr lvl="2" rtl="0"/>
            <a:r>
              <a:rPr lang="it-IT" noProof="0"/>
              <a:t>Terzo livello</a:t>
            </a:r>
          </a:p>
          <a:p>
            <a:pPr lvl="3" rtl="0"/>
            <a:r>
              <a:rPr lang="it-IT" noProof="0"/>
              <a:t>Quarto livello</a:t>
            </a:r>
          </a:p>
          <a:p>
            <a:pPr lvl="4" rtl="0"/>
            <a:r>
              <a:rPr lang="it-IT" noProof="0"/>
              <a:t>Quinto livello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8E69C32-1A9B-4115-BE33-809A38C7DA9C}" type="datetime1">
              <a:rPr lang="it-IT" noProof="0" smtClean="0"/>
              <a:t>23/07/2020</a:t>
            </a:fld>
            <a:endParaRPr lang="it-IT" noProof="0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it-IT" noProof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30EA680-D336-4FF7-8B7A-9848BB0A1C32}" type="slidenum">
              <a:rPr lang="it-IT" noProof="0" smtClean="0"/>
              <a:t>‹N›</a:t>
            </a:fld>
            <a:endParaRPr lang="it-IT" noProof="0"/>
          </a:p>
        </p:txBody>
      </p:sp>
      <p:sp>
        <p:nvSpPr>
          <p:cNvPr id="13" name="Segnaposto testo 3">
            <a:extLst>
              <a:ext uri="{FF2B5EF4-FFF2-40B4-BE49-F238E27FC236}">
                <a16:creationId xmlns:a16="http://schemas.microsoft.com/office/drawing/2014/main" id="{379CAAA9-085A-46C2-A892-DE935E67C3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95400" y="2556934"/>
            <a:ext cx="3580381" cy="3312054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it-IT" noProof="0"/>
              <a:t>Fare clic per modificare gli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8871136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it-IT" noProof="0"/>
              <a:t>Fare clic per modificare lo stile del titolo dello schema</a:t>
            </a:r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F53A6F8-4D7D-4604-91F5-22E9FB876B14}" type="datetime1">
              <a:rPr lang="it-IT" noProof="0" smtClean="0"/>
              <a:t>23/07/2020</a:t>
            </a:fld>
            <a:endParaRPr lang="it-IT" noProof="0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it-IT" noProof="0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30EA680-D336-4FF7-8B7A-9848BB0A1C32}" type="slidenum">
              <a:rPr lang="it-IT" noProof="0" smtClean="0"/>
              <a:t>‹N›</a:t>
            </a:fld>
            <a:endParaRPr lang="it-IT" noProof="0"/>
          </a:p>
        </p:txBody>
      </p:sp>
      <p:cxnSp>
        <p:nvCxnSpPr>
          <p:cNvPr id="14" name="Connettore diritto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845452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7D3A92A-C60B-4101-AE03-1240857BC4BC}" type="datetime1">
              <a:rPr lang="it-IT" noProof="0" smtClean="0"/>
              <a:t>23/07/2020</a:t>
            </a:fld>
            <a:endParaRPr lang="it-IT" noProof="0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it-IT" noProof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30EA680-D336-4FF7-8B7A-9848BB0A1C32}" type="slidenum">
              <a:rPr lang="it-IT" noProof="0" smtClean="0"/>
              <a:t>‹N›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31079292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magine 6" descr="HD-PanelContent-GrommetsCombined.png"/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Autofit/>
          </a:bodyPr>
          <a:lstStyle/>
          <a:p>
            <a:pPr rtl="0"/>
            <a:r>
              <a:rPr lang="it-IT" noProof="0"/>
              <a:t>Fare clic per modificare lo stile del titolo dello schema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lvl="0" rtl="0"/>
            <a:r>
              <a:rPr lang="it-IT" noProof="0"/>
              <a:t>Modifica gli stili del testo dello schema</a:t>
            </a:r>
          </a:p>
          <a:p>
            <a:pPr lvl="1" rtl="0"/>
            <a:r>
              <a:rPr lang="it-IT" noProof="0"/>
              <a:t>Secondo livello</a:t>
            </a:r>
          </a:p>
          <a:p>
            <a:pPr lvl="2" rtl="0"/>
            <a:r>
              <a:rPr lang="it-IT" noProof="0"/>
              <a:t>Terzo livello</a:t>
            </a:r>
          </a:p>
          <a:p>
            <a:pPr lvl="3" rtl="0"/>
            <a:r>
              <a:rPr lang="it-IT" noProof="0"/>
              <a:t>Quarto livello</a:t>
            </a:r>
          </a:p>
          <a:p>
            <a:pPr lvl="4" rtl="0"/>
            <a:r>
              <a:rPr lang="it-IT" noProof="0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 rtl="0"/>
            <a:fld id="{C9FEDE9D-217D-4BF1-A1C9-7DB387E07169}" type="datetime1">
              <a:rPr lang="it-IT" noProof="0" smtClean="0"/>
              <a:t>23/07/2020</a:t>
            </a:fld>
            <a:endParaRPr lang="it-IT" noProof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 rtl="0"/>
            <a:endParaRPr lang="it-IT" noProof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 rtl="0"/>
            <a:fld id="{330EA680-D336-4FF7-8B7A-9848BB0A1C32}" type="slidenum">
              <a:rPr lang="it-IT" noProof="0" smtClean="0"/>
              <a:t>‹N›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5434258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69" r:id="rId1"/>
    <p:sldLayoutId id="2147484170" r:id="rId2"/>
    <p:sldLayoutId id="2147484186" r:id="rId3"/>
    <p:sldLayoutId id="2147484187" r:id="rId4"/>
    <p:sldLayoutId id="2147484188" r:id="rId5"/>
    <p:sldLayoutId id="2147484189" r:id="rId6"/>
    <p:sldLayoutId id="2147484190" r:id="rId7"/>
    <p:sldLayoutId id="2147484191" r:id="rId8"/>
    <p:sldLayoutId id="2147484192" r:id="rId9"/>
    <p:sldLayoutId id="2147484171" r:id="rId10"/>
    <p:sldLayoutId id="2147484172" r:id="rId11"/>
    <p:sldLayoutId id="2147484173" r:id="rId12"/>
    <p:sldLayoutId id="2147484193" r:id="rId13"/>
    <p:sldLayoutId id="2147484194" r:id="rId14"/>
    <p:sldLayoutId id="2147484174" r:id="rId15"/>
    <p:sldLayoutId id="2147484175" r:id="rId16"/>
  </p:sldLayoutIdLs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2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1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8.pn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3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/>
        <p:txBody>
          <a:bodyPr rtlCol="0"/>
          <a:lstStyle/>
          <a:p>
            <a:pPr rtl="0"/>
            <a:r>
              <a:rPr lang="it-IT" sz="4000" cap="small" dirty="0">
                <a:solidFill>
                  <a:srgbClr val="007C34"/>
                </a:solidFill>
                <a:latin typeface="Bahnschrift Condensed" panose="020B0502040204020203" pitchFamily="34" charset="0"/>
              </a:rPr>
              <a:t>strumenti </a:t>
            </a:r>
            <a:r>
              <a:rPr lang="it-IT" sz="4000" cap="small" dirty="0" err="1">
                <a:solidFill>
                  <a:srgbClr val="007C34"/>
                </a:solidFill>
                <a:latin typeface="Bahnschrift Condensed" panose="020B0502040204020203" pitchFamily="34" charset="0"/>
              </a:rPr>
              <a:t>MSaaS</a:t>
            </a:r>
            <a:r>
              <a:rPr lang="it-IT" sz="4000" cap="small" dirty="0">
                <a:solidFill>
                  <a:srgbClr val="007C34"/>
                </a:solidFill>
                <a:latin typeface="Bahnschrift Condensed" panose="020B0502040204020203" pitchFamily="34" charset="0"/>
              </a:rPr>
              <a:t> per l’analisi simulativa dei processi di business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6433888" y="4011332"/>
            <a:ext cx="2743668" cy="1048627"/>
          </a:xfrm>
        </p:spPr>
        <p:txBody>
          <a:bodyPr rtlCol="0">
            <a:normAutofit/>
          </a:bodyPr>
          <a:lstStyle/>
          <a:p>
            <a:pPr rtl="0"/>
            <a:r>
              <a:rPr lang="it-IT" sz="1800" dirty="0"/>
              <a:t>Candidato</a:t>
            </a:r>
          </a:p>
          <a:p>
            <a:pPr rtl="0"/>
            <a:r>
              <a:rPr lang="it-IT" sz="1800" dirty="0"/>
              <a:t>Ionut Jaraveti</a:t>
            </a:r>
          </a:p>
        </p:txBody>
      </p:sp>
      <p:sp>
        <p:nvSpPr>
          <p:cNvPr id="4" name="Sottotitolo 2">
            <a:extLst>
              <a:ext uri="{FF2B5EF4-FFF2-40B4-BE49-F238E27FC236}">
                <a16:creationId xmlns:a16="http://schemas.microsoft.com/office/drawing/2014/main" id="{660DFD9F-215D-46AA-8C80-656144141BE7}"/>
              </a:ext>
            </a:extLst>
          </p:cNvPr>
          <p:cNvSpPr txBox="1">
            <a:spLocks/>
          </p:cNvSpPr>
          <p:nvPr/>
        </p:nvSpPr>
        <p:spPr>
          <a:xfrm>
            <a:off x="2844798" y="4011333"/>
            <a:ext cx="2743668" cy="104862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defRPr sz="21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defRPr sz="16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defRPr sz="12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defRPr sz="11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it-IT" sz="1800" dirty="0"/>
              <a:t>Relatore</a:t>
            </a:r>
          </a:p>
          <a:p>
            <a:r>
              <a:rPr lang="it-IT" sz="1800" dirty="0"/>
              <a:t>Andrea D’Ambrogio</a:t>
            </a:r>
          </a:p>
        </p:txBody>
      </p:sp>
      <p:pic>
        <p:nvPicPr>
          <p:cNvPr id="8" name="Immagine 7" descr="Immagine che contiene orologio&#10;&#10;Descrizione generata automaticamente">
            <a:extLst>
              <a:ext uri="{FF2B5EF4-FFF2-40B4-BE49-F238E27FC236}">
                <a16:creationId xmlns:a16="http://schemas.microsoft.com/office/drawing/2014/main" id="{E54955B4-C1BF-427E-8DC1-86BA6D466F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744" y="5934269"/>
            <a:ext cx="3439623" cy="794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16508F6-42C2-4FFE-A92E-4981332982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it-IT" dirty="0"/>
              <a:t>Scopo della tesi</a:t>
            </a:r>
          </a:p>
        </p:txBody>
      </p:sp>
      <p:pic>
        <p:nvPicPr>
          <p:cNvPr id="8" name="Segnaposto immagine 7">
            <a:extLst>
              <a:ext uri="{FF2B5EF4-FFF2-40B4-BE49-F238E27FC236}">
                <a16:creationId xmlns:a16="http://schemas.microsoft.com/office/drawing/2014/main" id="{F385D675-AB31-4901-A2AE-789EA38BD0F2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3"/>
          <a:srcRect l="12959" r="12959"/>
          <a:stretch>
            <a:fillRect/>
          </a:stretch>
        </p:blipFill>
        <p:spPr>
          <a:xfrm rot="-120000" flipH="1">
            <a:off x="460085" y="1681538"/>
            <a:ext cx="2780268" cy="3421796"/>
          </a:xfrm>
          <a:prstGeom prst="rect">
            <a:avLst/>
          </a:prstGeom>
        </p:spPr>
      </p:pic>
      <p:graphicFrame>
        <p:nvGraphicFramePr>
          <p:cNvPr id="11" name="Diagramma 10">
            <a:extLst>
              <a:ext uri="{FF2B5EF4-FFF2-40B4-BE49-F238E27FC236}">
                <a16:creationId xmlns:a16="http://schemas.microsoft.com/office/drawing/2014/main" id="{EBF635A6-B311-44BF-8E92-FBF0A940A42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85238422"/>
              </p:ext>
            </p:extLst>
          </p:nvPr>
        </p:nvGraphicFramePr>
        <p:xfrm>
          <a:off x="3099738" y="679508"/>
          <a:ext cx="8195814" cy="55229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2322829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2194107" y="2617365"/>
            <a:ext cx="7822348" cy="769299"/>
          </a:xfrm>
        </p:spPr>
        <p:txBody>
          <a:bodyPr rtlCol="0"/>
          <a:lstStyle/>
          <a:p>
            <a:pPr rtl="0"/>
            <a:r>
              <a:rPr lang="it-IT" sz="4800" b="1" dirty="0">
                <a:solidFill>
                  <a:srgbClr val="007C34"/>
                </a:solidFill>
                <a:latin typeface="+mn-lt"/>
              </a:rPr>
              <a:t>BACKGROUND</a:t>
            </a:r>
          </a:p>
        </p:txBody>
      </p:sp>
      <p:pic>
        <p:nvPicPr>
          <p:cNvPr id="8" name="Immagine 7" descr="Immagine che contiene orologio&#10;&#10;Descrizione generata automaticamente">
            <a:extLst>
              <a:ext uri="{FF2B5EF4-FFF2-40B4-BE49-F238E27FC236}">
                <a16:creationId xmlns:a16="http://schemas.microsoft.com/office/drawing/2014/main" id="{E54955B4-C1BF-427E-8DC1-86BA6D466F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744" y="5934269"/>
            <a:ext cx="3439623" cy="794658"/>
          </a:xfrm>
          <a:prstGeom prst="rect">
            <a:avLst/>
          </a:prstGeom>
        </p:spPr>
      </p:pic>
      <p:sp>
        <p:nvSpPr>
          <p:cNvPr id="6" name="Sottotitolo 5">
            <a:extLst>
              <a:ext uri="{FF2B5EF4-FFF2-40B4-BE49-F238E27FC236}">
                <a16:creationId xmlns:a16="http://schemas.microsoft.com/office/drawing/2014/main" id="{73676F34-D79F-4CBC-8946-F6E539E474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97446" y="3626691"/>
            <a:ext cx="6815669" cy="1320802"/>
          </a:xfrm>
          <a:ln>
            <a:noFill/>
          </a:ln>
        </p:spPr>
        <p:txBody>
          <a:bodyPr/>
          <a:lstStyle/>
          <a:p>
            <a:r>
              <a:rPr lang="it-IT" dirty="0"/>
              <a:t>Concetti chiave per la comprensione della tesi </a:t>
            </a:r>
          </a:p>
        </p:txBody>
      </p:sp>
    </p:spTree>
    <p:extLst>
      <p:ext uri="{BB962C8B-B14F-4D97-AF65-F5344CB8AC3E}">
        <p14:creationId xmlns:p14="http://schemas.microsoft.com/office/powerpoint/2010/main" val="11817819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18045E9-6A43-44A6-99ED-EC59F53E81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Processi di business e la loro gestione</a:t>
            </a:r>
          </a:p>
        </p:txBody>
      </p:sp>
      <p:pic>
        <p:nvPicPr>
          <p:cNvPr id="6" name="Segnaposto contenuto 5" descr="Immagine che contiene screenshot&#10;&#10;Descrizione generata automaticamente">
            <a:extLst>
              <a:ext uri="{FF2B5EF4-FFF2-40B4-BE49-F238E27FC236}">
                <a16:creationId xmlns:a16="http://schemas.microsoft.com/office/drawing/2014/main" id="{449C2965-79D4-42AF-80AF-F65956472EF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298575" y="3380201"/>
            <a:ext cx="4718050" cy="1670810"/>
          </a:xfrm>
        </p:spPr>
      </p:pic>
      <p:pic>
        <p:nvPicPr>
          <p:cNvPr id="8" name="Segnaposto contenuto 7" descr="Immagine che contiene dispositivo&#10;&#10;Descrizione generata automaticamente">
            <a:extLst>
              <a:ext uri="{FF2B5EF4-FFF2-40B4-BE49-F238E27FC236}">
                <a16:creationId xmlns:a16="http://schemas.microsoft.com/office/drawing/2014/main" id="{43401E18-EB0E-420B-A8C2-8CB9AC78CC7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885781" y="2560638"/>
            <a:ext cx="3309937" cy="3309937"/>
          </a:xfrm>
        </p:spPr>
      </p:pic>
    </p:spTree>
    <p:extLst>
      <p:ext uri="{BB962C8B-B14F-4D97-AF65-F5344CB8AC3E}">
        <p14:creationId xmlns:p14="http://schemas.microsoft.com/office/powerpoint/2010/main" val="20216406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6BED94AF-A3C2-4DE0-B2EB-E8F0ADF21C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8211" y="939819"/>
            <a:ext cx="9735578" cy="4978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56913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2194107" y="2617365"/>
            <a:ext cx="7822348" cy="769299"/>
          </a:xfrm>
        </p:spPr>
        <p:txBody>
          <a:bodyPr rtlCol="0"/>
          <a:lstStyle/>
          <a:p>
            <a:pPr rtl="0"/>
            <a:r>
              <a:rPr lang="it-IT" sz="4400" b="1" dirty="0">
                <a:solidFill>
                  <a:srgbClr val="007C34"/>
                </a:solidFill>
                <a:latin typeface="+mn-lt"/>
              </a:rPr>
              <a:t>PRESENTAZIONE PROGETTO</a:t>
            </a:r>
          </a:p>
        </p:txBody>
      </p:sp>
      <p:pic>
        <p:nvPicPr>
          <p:cNvPr id="8" name="Immagine 7" descr="Immagine che contiene orologio&#10;&#10;Descrizione generata automaticamente">
            <a:extLst>
              <a:ext uri="{FF2B5EF4-FFF2-40B4-BE49-F238E27FC236}">
                <a16:creationId xmlns:a16="http://schemas.microsoft.com/office/drawing/2014/main" id="{E54955B4-C1BF-427E-8DC1-86BA6D466F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744" y="5934269"/>
            <a:ext cx="3439623" cy="794658"/>
          </a:xfrm>
          <a:prstGeom prst="rect">
            <a:avLst/>
          </a:prstGeom>
        </p:spPr>
      </p:pic>
      <p:sp>
        <p:nvSpPr>
          <p:cNvPr id="6" name="Sottotitolo 5">
            <a:extLst>
              <a:ext uri="{FF2B5EF4-FFF2-40B4-BE49-F238E27FC236}">
                <a16:creationId xmlns:a16="http://schemas.microsoft.com/office/drawing/2014/main" id="{73676F34-D79F-4CBC-8946-F6E539E474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97446" y="4002712"/>
            <a:ext cx="6815669" cy="1320802"/>
          </a:xfrm>
          <a:ln>
            <a:noFill/>
          </a:ln>
        </p:spPr>
        <p:txBody>
          <a:bodyPr/>
          <a:lstStyle/>
          <a:p>
            <a:r>
              <a:rPr lang="it-IT" dirty="0"/>
              <a:t>L’applicazione web </a:t>
            </a:r>
            <a:r>
              <a:rPr lang="it-IT" b="1" dirty="0" err="1">
                <a:solidFill>
                  <a:srgbClr val="288045"/>
                </a:solidFill>
              </a:rPr>
              <a:t>ViewSimulation</a:t>
            </a:r>
            <a:r>
              <a:rPr lang="it-IT" dirty="0"/>
              <a:t> per piattaforme </a:t>
            </a:r>
            <a:r>
              <a:rPr lang="it-IT" dirty="0" err="1"/>
              <a:t>MSaas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8769620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8D42AB3-9E22-45B7-B682-56304D5BD5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0510" y="982132"/>
            <a:ext cx="4269996" cy="1303867"/>
          </a:xfrm>
        </p:spPr>
        <p:txBody>
          <a:bodyPr rtlCol="0"/>
          <a:lstStyle/>
          <a:p>
            <a:pPr rtl="0"/>
            <a:r>
              <a:rPr lang="it-IT" dirty="0" err="1"/>
              <a:t>ViewSimulation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EAA86A1-F801-442C-838A-F834D93A96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95403" y="2561578"/>
            <a:ext cx="3580381" cy="1734843"/>
          </a:xfrm>
        </p:spPr>
        <p:txBody>
          <a:bodyPr rtlCol="0">
            <a:normAutofit fontScale="85000" lnSpcReduction="20000"/>
          </a:bodyPr>
          <a:lstStyle/>
          <a:p>
            <a:pPr marL="0" indent="0" rtl="0">
              <a:buNone/>
            </a:pPr>
            <a:endParaRPr lang="it-IT" dirty="0"/>
          </a:p>
          <a:p>
            <a:pPr rtl="0"/>
            <a:r>
              <a:rPr lang="it-IT" sz="2800" dirty="0"/>
              <a:t>Requisiti tecnici </a:t>
            </a:r>
          </a:p>
          <a:p>
            <a:pPr rtl="0"/>
            <a:r>
              <a:rPr lang="it-IT" sz="2800" dirty="0"/>
              <a:t>Requisiti utente</a:t>
            </a:r>
          </a:p>
          <a:p>
            <a:pPr rtl="0"/>
            <a:r>
              <a:rPr lang="it-IT" sz="2800" dirty="0"/>
              <a:t>Tecnologie</a:t>
            </a:r>
          </a:p>
          <a:p>
            <a:pPr rtl="0"/>
            <a:endParaRPr lang="it-IT" dirty="0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2E6E8F4A-6CDB-4890-95C9-FF65EAD68B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7846" y="1644243"/>
            <a:ext cx="5158751" cy="2721546"/>
          </a:xfrm>
          <a:prstGeom prst="rect">
            <a:avLst/>
          </a:prstGeom>
        </p:spPr>
      </p:pic>
      <p:pic>
        <p:nvPicPr>
          <p:cNvPr id="5" name="Immagine 4" descr="Immagine che contiene disegnando&#10;&#10;Descrizione generata automaticamente">
            <a:extLst>
              <a:ext uri="{FF2B5EF4-FFF2-40B4-BE49-F238E27FC236}">
                <a16:creationId xmlns:a16="http://schemas.microsoft.com/office/drawing/2014/main" id="{F666D02D-3CA2-4D73-9D18-47CDDC1CFC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2790" y="4185522"/>
            <a:ext cx="1114333" cy="582329"/>
          </a:xfrm>
          <a:prstGeom prst="rect">
            <a:avLst/>
          </a:prstGeom>
        </p:spPr>
      </p:pic>
      <p:pic>
        <p:nvPicPr>
          <p:cNvPr id="8" name="Immagine 7" descr="Immagine che contiene disegnando&#10;&#10;Descrizione generata automaticamente">
            <a:extLst>
              <a:ext uri="{FF2B5EF4-FFF2-40B4-BE49-F238E27FC236}">
                <a16:creationId xmlns:a16="http://schemas.microsoft.com/office/drawing/2014/main" id="{D76ED3EB-403D-4BA5-A297-B27147139A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65508" y="4156591"/>
            <a:ext cx="1164657" cy="582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93315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2194107" y="2617365"/>
            <a:ext cx="7822348" cy="769299"/>
          </a:xfrm>
        </p:spPr>
        <p:txBody>
          <a:bodyPr rtlCol="0"/>
          <a:lstStyle/>
          <a:p>
            <a:pPr rtl="0"/>
            <a:r>
              <a:rPr lang="it-IT" sz="4400" b="1" dirty="0">
                <a:solidFill>
                  <a:srgbClr val="007C34"/>
                </a:solidFill>
                <a:latin typeface="+mn-lt"/>
              </a:rPr>
              <a:t>CASO STUDIO</a:t>
            </a:r>
          </a:p>
        </p:txBody>
      </p:sp>
      <p:pic>
        <p:nvPicPr>
          <p:cNvPr id="8" name="Immagine 7" descr="Immagine che contiene orologio&#10;&#10;Descrizione generata automaticamente">
            <a:extLst>
              <a:ext uri="{FF2B5EF4-FFF2-40B4-BE49-F238E27FC236}">
                <a16:creationId xmlns:a16="http://schemas.microsoft.com/office/drawing/2014/main" id="{E54955B4-C1BF-427E-8DC1-86BA6D466F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744" y="5934269"/>
            <a:ext cx="3439623" cy="794658"/>
          </a:xfrm>
          <a:prstGeom prst="rect">
            <a:avLst/>
          </a:prstGeom>
        </p:spPr>
      </p:pic>
      <p:sp>
        <p:nvSpPr>
          <p:cNvPr id="6" name="Sottotitolo 5">
            <a:extLst>
              <a:ext uri="{FF2B5EF4-FFF2-40B4-BE49-F238E27FC236}">
                <a16:creationId xmlns:a16="http://schemas.microsoft.com/office/drawing/2014/main" id="{73676F34-D79F-4CBC-8946-F6E539E474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97446" y="4002712"/>
            <a:ext cx="6815669" cy="1320802"/>
          </a:xfrm>
          <a:ln>
            <a:noFill/>
          </a:ln>
        </p:spPr>
        <p:txBody>
          <a:bodyPr/>
          <a:lstStyle/>
          <a:p>
            <a:r>
              <a:rPr lang="it-IT" dirty="0"/>
              <a:t>La simulazione di un processo di business :</a:t>
            </a:r>
          </a:p>
          <a:p>
            <a:r>
              <a:rPr lang="it-IT" dirty="0"/>
              <a:t>EMERGENCY ATTENDANCE</a:t>
            </a:r>
          </a:p>
        </p:txBody>
      </p:sp>
    </p:spTree>
    <p:extLst>
      <p:ext uri="{BB962C8B-B14F-4D97-AF65-F5344CB8AC3E}">
        <p14:creationId xmlns:p14="http://schemas.microsoft.com/office/powerpoint/2010/main" val="36641829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 descr="Immagine che contiene screenshot, fotografia, sedendo, pensile&#10;&#10;Descrizione generata automaticamente">
            <a:extLst>
              <a:ext uri="{FF2B5EF4-FFF2-40B4-BE49-F238E27FC236}">
                <a16:creationId xmlns:a16="http://schemas.microsoft.com/office/drawing/2014/main" id="{EA06F971-E6B1-45DE-8E3B-EE75AC9E49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9500" y="1642356"/>
            <a:ext cx="9912999" cy="4514831"/>
          </a:xfrm>
          <a:prstGeom prst="rect">
            <a:avLst/>
          </a:prstGeom>
        </p:spPr>
      </p:pic>
      <p:sp>
        <p:nvSpPr>
          <p:cNvPr id="8" name="Titolo 1">
            <a:extLst>
              <a:ext uri="{FF2B5EF4-FFF2-40B4-BE49-F238E27FC236}">
                <a16:creationId xmlns:a16="http://schemas.microsoft.com/office/drawing/2014/main" id="{D14E232E-567C-44F3-92AC-2338F38DAF22}"/>
              </a:ext>
            </a:extLst>
          </p:cNvPr>
          <p:cNvSpPr txBox="1">
            <a:spLocks/>
          </p:cNvSpPr>
          <p:nvPr/>
        </p:nvSpPr>
        <p:spPr>
          <a:xfrm>
            <a:off x="494523" y="700813"/>
            <a:ext cx="11215396" cy="651835"/>
          </a:xfrm>
          <a:prstGeom prst="rect">
            <a:avLst/>
          </a:prstGeom>
        </p:spPr>
        <p:txBody>
          <a:bodyPr rtlCol="0"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it-IT" dirty="0"/>
              <a:t>Emergency </a:t>
            </a:r>
            <a:r>
              <a:rPr lang="it-IT" dirty="0" err="1"/>
              <a:t>Attendance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5311007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olo 1">
            <a:extLst>
              <a:ext uri="{FF2B5EF4-FFF2-40B4-BE49-F238E27FC236}">
                <a16:creationId xmlns:a16="http://schemas.microsoft.com/office/drawing/2014/main" id="{FD9AD5E2-5FD1-4C22-B3A1-53D37C06DA3A}"/>
              </a:ext>
            </a:extLst>
          </p:cNvPr>
          <p:cNvSpPr txBox="1">
            <a:spLocks/>
          </p:cNvSpPr>
          <p:nvPr/>
        </p:nvSpPr>
        <p:spPr>
          <a:xfrm>
            <a:off x="606490" y="781245"/>
            <a:ext cx="11224726" cy="660997"/>
          </a:xfrm>
          <a:prstGeom prst="rect">
            <a:avLst/>
          </a:prstGeom>
        </p:spPr>
        <p:txBody>
          <a:bodyPr rtlCol="0"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it-IT" sz="3200"/>
              <a:t>Distribuzione quantità delle Resource</a:t>
            </a:r>
            <a:endParaRPr lang="it-IT" sz="3200" dirty="0"/>
          </a:p>
        </p:txBody>
      </p:sp>
      <p:sp>
        <p:nvSpPr>
          <p:cNvPr id="6" name="Segnaposto contenuto 2">
            <a:extLst>
              <a:ext uri="{FF2B5EF4-FFF2-40B4-BE49-F238E27FC236}">
                <a16:creationId xmlns:a16="http://schemas.microsoft.com/office/drawing/2014/main" id="{CCEC8CD4-A0B6-4198-B0E2-D4E8B60B4EDC}"/>
              </a:ext>
            </a:extLst>
          </p:cNvPr>
          <p:cNvSpPr txBox="1">
            <a:spLocks/>
          </p:cNvSpPr>
          <p:nvPr/>
        </p:nvSpPr>
        <p:spPr>
          <a:xfrm>
            <a:off x="7021286" y="3576201"/>
            <a:ext cx="3880604" cy="601072"/>
          </a:xfrm>
          <a:prstGeom prst="rect">
            <a:avLst/>
          </a:prstGeom>
        </p:spPr>
        <p:txBody>
          <a:bodyPr rtlCol="0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2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1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/>
              <a:buNone/>
            </a:pPr>
            <a:r>
              <a:rPr lang="it-IT" sz="2400" dirty="0"/>
              <a:t>Sintassi &lt;&lt;</a:t>
            </a:r>
            <a:r>
              <a:rPr lang="it-IT" sz="2400" dirty="0" err="1"/>
              <a:t>PyPerformer</a:t>
            </a:r>
            <a:r>
              <a:rPr lang="it-IT" sz="2400" dirty="0"/>
              <a:t>&gt;&gt;</a:t>
            </a:r>
          </a:p>
          <a:p>
            <a:endParaRPr lang="it-IT" sz="2800" dirty="0"/>
          </a:p>
          <a:p>
            <a:endParaRPr lang="it-IT" sz="2800" dirty="0"/>
          </a:p>
          <a:p>
            <a:endParaRPr lang="it-IT" sz="2800" dirty="0"/>
          </a:p>
          <a:p>
            <a:endParaRPr lang="it-IT" sz="2800" dirty="0"/>
          </a:p>
          <a:p>
            <a:endParaRPr lang="it-IT" sz="2800" dirty="0"/>
          </a:p>
          <a:p>
            <a:endParaRPr lang="it-IT" dirty="0"/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C20953FE-6F86-4C70-92EE-3377F56558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1416" y="2978348"/>
            <a:ext cx="4571762" cy="2385267"/>
          </a:xfrm>
          <a:prstGeom prst="rect">
            <a:avLst/>
          </a:prstGeom>
        </p:spPr>
      </p:pic>
      <p:sp>
        <p:nvSpPr>
          <p:cNvPr id="11" name="Freccia circolare in giù 10">
            <a:extLst>
              <a:ext uri="{FF2B5EF4-FFF2-40B4-BE49-F238E27FC236}">
                <a16:creationId xmlns:a16="http://schemas.microsoft.com/office/drawing/2014/main" id="{E72D2DCC-71EA-493A-909A-BDBE725D0282}"/>
              </a:ext>
            </a:extLst>
          </p:cNvPr>
          <p:cNvSpPr/>
          <p:nvPr/>
        </p:nvSpPr>
        <p:spPr>
          <a:xfrm rot="572080" flipH="1">
            <a:off x="4661854" y="1942900"/>
            <a:ext cx="4212000" cy="1050562"/>
          </a:xfrm>
          <a:prstGeom prst="curvedDownArrow">
            <a:avLst/>
          </a:prstGeom>
          <a:solidFill>
            <a:srgbClr val="E4C8A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65155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Immagine 28" descr="Immagine che contiene screenshot&#10;&#10;Descrizione generata automaticamente">
            <a:extLst>
              <a:ext uri="{FF2B5EF4-FFF2-40B4-BE49-F238E27FC236}">
                <a16:creationId xmlns:a16="http://schemas.microsoft.com/office/drawing/2014/main" id="{9E3D90C1-0154-46C1-A3A8-5BCB7F28BC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091" y="1458572"/>
            <a:ext cx="5148566" cy="3554962"/>
          </a:xfrm>
          <a:prstGeom prst="rect">
            <a:avLst/>
          </a:prstGeom>
        </p:spPr>
      </p:pic>
      <p:pic>
        <p:nvPicPr>
          <p:cNvPr id="31" name="Immagine 30" descr="Immagine che contiene screenshot&#10;&#10;Descrizione generata automaticamente">
            <a:extLst>
              <a:ext uri="{FF2B5EF4-FFF2-40B4-BE49-F238E27FC236}">
                <a16:creationId xmlns:a16="http://schemas.microsoft.com/office/drawing/2014/main" id="{CD9EC3D8-AAC1-4989-9A60-645B70EA17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9521" y="1458572"/>
            <a:ext cx="4990772" cy="3571978"/>
          </a:xfrm>
          <a:prstGeom prst="rect">
            <a:avLst/>
          </a:prstGeom>
        </p:spPr>
      </p:pic>
      <p:sp>
        <p:nvSpPr>
          <p:cNvPr id="32" name="Titolo 1">
            <a:extLst>
              <a:ext uri="{FF2B5EF4-FFF2-40B4-BE49-F238E27FC236}">
                <a16:creationId xmlns:a16="http://schemas.microsoft.com/office/drawing/2014/main" id="{9F6A8DB1-4C7D-458B-AAA4-F48C2D757735}"/>
              </a:ext>
            </a:extLst>
          </p:cNvPr>
          <p:cNvSpPr txBox="1">
            <a:spLocks/>
          </p:cNvSpPr>
          <p:nvPr/>
        </p:nvSpPr>
        <p:spPr>
          <a:xfrm>
            <a:off x="707158" y="595385"/>
            <a:ext cx="11224726" cy="660997"/>
          </a:xfrm>
          <a:prstGeom prst="rect">
            <a:avLst/>
          </a:prstGeom>
        </p:spPr>
        <p:txBody>
          <a:bodyPr rtlCol="0"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it-IT" sz="3200" dirty="0"/>
              <a:t>Esempio di modifica dei parametri</a:t>
            </a:r>
          </a:p>
        </p:txBody>
      </p:sp>
      <p:sp>
        <p:nvSpPr>
          <p:cNvPr id="33" name="Titolo 1">
            <a:extLst>
              <a:ext uri="{FF2B5EF4-FFF2-40B4-BE49-F238E27FC236}">
                <a16:creationId xmlns:a16="http://schemas.microsoft.com/office/drawing/2014/main" id="{22B31042-BFD7-491F-A219-E0F19CCBC06F}"/>
              </a:ext>
            </a:extLst>
          </p:cNvPr>
          <p:cNvSpPr txBox="1">
            <a:spLocks/>
          </p:cNvSpPr>
          <p:nvPr/>
        </p:nvSpPr>
        <p:spPr>
          <a:xfrm>
            <a:off x="1931803" y="5168327"/>
            <a:ext cx="2483142" cy="399593"/>
          </a:xfrm>
          <a:prstGeom prst="rect">
            <a:avLst/>
          </a:prstGeom>
        </p:spPr>
        <p:txBody>
          <a:bodyPr rtlCol="0"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it-IT" sz="2000" dirty="0"/>
              <a:t>Prima</a:t>
            </a:r>
          </a:p>
        </p:txBody>
      </p:sp>
      <p:sp>
        <p:nvSpPr>
          <p:cNvPr id="34" name="Titolo 1">
            <a:extLst>
              <a:ext uri="{FF2B5EF4-FFF2-40B4-BE49-F238E27FC236}">
                <a16:creationId xmlns:a16="http://schemas.microsoft.com/office/drawing/2014/main" id="{1DA5BFA7-C5EF-4DF0-ADCC-DA5EF73A5A39}"/>
              </a:ext>
            </a:extLst>
          </p:cNvPr>
          <p:cNvSpPr txBox="1">
            <a:spLocks/>
          </p:cNvSpPr>
          <p:nvPr/>
        </p:nvSpPr>
        <p:spPr>
          <a:xfrm>
            <a:off x="7777057" y="5168327"/>
            <a:ext cx="2483142" cy="399593"/>
          </a:xfrm>
          <a:prstGeom prst="rect">
            <a:avLst/>
          </a:prstGeom>
        </p:spPr>
        <p:txBody>
          <a:bodyPr rtlCol="0"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it-IT" sz="2000" dirty="0"/>
              <a:t>Dopo</a:t>
            </a:r>
          </a:p>
        </p:txBody>
      </p:sp>
    </p:spTree>
    <p:extLst>
      <p:ext uri="{BB962C8B-B14F-4D97-AF65-F5344CB8AC3E}">
        <p14:creationId xmlns:p14="http://schemas.microsoft.com/office/powerpoint/2010/main" val="19573530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2194107" y="2617365"/>
            <a:ext cx="7822348" cy="769299"/>
          </a:xfrm>
        </p:spPr>
        <p:txBody>
          <a:bodyPr rtlCol="0"/>
          <a:lstStyle/>
          <a:p>
            <a:pPr rtl="0"/>
            <a:r>
              <a:rPr lang="it-IT" sz="4400" b="1" dirty="0">
                <a:solidFill>
                  <a:srgbClr val="007C34"/>
                </a:solidFill>
                <a:latin typeface="+mn-lt"/>
              </a:rPr>
              <a:t>Conclusioni e Sviluppi futuri</a:t>
            </a:r>
          </a:p>
        </p:txBody>
      </p:sp>
      <p:pic>
        <p:nvPicPr>
          <p:cNvPr id="8" name="Immagine 7" descr="Immagine che contiene orologio&#10;&#10;Descrizione generata automaticamente">
            <a:extLst>
              <a:ext uri="{FF2B5EF4-FFF2-40B4-BE49-F238E27FC236}">
                <a16:creationId xmlns:a16="http://schemas.microsoft.com/office/drawing/2014/main" id="{E54955B4-C1BF-427E-8DC1-86BA6D466F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744" y="5934269"/>
            <a:ext cx="3439623" cy="794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50621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olo 1">
            <a:extLst>
              <a:ext uri="{FF2B5EF4-FFF2-40B4-BE49-F238E27FC236}">
                <a16:creationId xmlns:a16="http://schemas.microsoft.com/office/drawing/2014/main" id="{FD9AD5E2-5FD1-4C22-B3A1-53D37C06DA3A}"/>
              </a:ext>
            </a:extLst>
          </p:cNvPr>
          <p:cNvSpPr txBox="1">
            <a:spLocks/>
          </p:cNvSpPr>
          <p:nvPr/>
        </p:nvSpPr>
        <p:spPr>
          <a:xfrm>
            <a:off x="581323" y="1643963"/>
            <a:ext cx="11224726" cy="1349558"/>
          </a:xfrm>
          <a:prstGeom prst="rect">
            <a:avLst/>
          </a:prstGeom>
        </p:spPr>
        <p:txBody>
          <a:bodyPr rtlCol="0"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it-IT" sz="3200" dirty="0"/>
              <a:t>L’importanza di </a:t>
            </a:r>
            <a:r>
              <a:rPr lang="it-IT" sz="3200" dirty="0" err="1"/>
              <a:t>MSaaS</a:t>
            </a:r>
            <a:r>
              <a:rPr lang="it-IT" sz="3200" dirty="0"/>
              <a:t> nell’analisi simulativa dei processi di business</a:t>
            </a:r>
          </a:p>
          <a:p>
            <a:endParaRPr lang="it-IT" sz="3200" dirty="0"/>
          </a:p>
        </p:txBody>
      </p:sp>
      <p:sp>
        <p:nvSpPr>
          <p:cNvPr id="12" name="Segnaposto contenuto 11">
            <a:extLst>
              <a:ext uri="{FF2B5EF4-FFF2-40B4-BE49-F238E27FC236}">
                <a16:creationId xmlns:a16="http://schemas.microsoft.com/office/drawing/2014/main" id="{78F9CA36-DDF6-4464-9084-66E7DE732341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it-IT" dirty="0"/>
              <a:t>EFFICACE</a:t>
            </a:r>
          </a:p>
        </p:txBody>
      </p:sp>
      <p:sp>
        <p:nvSpPr>
          <p:cNvPr id="13" name="Segnaposto contenuto 12">
            <a:extLst>
              <a:ext uri="{FF2B5EF4-FFF2-40B4-BE49-F238E27FC236}">
                <a16:creationId xmlns:a16="http://schemas.microsoft.com/office/drawing/2014/main" id="{20776FD6-6DCB-4BE7-9A01-E995184B1DA4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it-IT" dirty="0"/>
              <a:t>POTENTE</a:t>
            </a:r>
          </a:p>
        </p:txBody>
      </p:sp>
      <p:sp>
        <p:nvSpPr>
          <p:cNvPr id="14" name="Segnaposto contenuto 13">
            <a:extLst>
              <a:ext uri="{FF2B5EF4-FFF2-40B4-BE49-F238E27FC236}">
                <a16:creationId xmlns:a16="http://schemas.microsoft.com/office/drawing/2014/main" id="{DAF2F271-650F-4CC7-A1E2-C662592F1593}"/>
              </a:ext>
            </a:extLst>
          </p:cNvPr>
          <p:cNvSpPr>
            <a:spLocks noGrp="1"/>
          </p:cNvSpPr>
          <p:nvPr>
            <p:ph idx="15"/>
          </p:nvPr>
        </p:nvSpPr>
        <p:spPr/>
        <p:txBody>
          <a:bodyPr/>
          <a:lstStyle/>
          <a:p>
            <a:r>
              <a:rPr lang="it-IT" dirty="0"/>
              <a:t>FLESSIBILE</a:t>
            </a:r>
          </a:p>
        </p:txBody>
      </p:sp>
    </p:spTree>
    <p:extLst>
      <p:ext uri="{BB962C8B-B14F-4D97-AF65-F5344CB8AC3E}">
        <p14:creationId xmlns:p14="http://schemas.microsoft.com/office/powerpoint/2010/main" val="2832593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8D42AB3-9E22-45B7-B682-56304D5BD5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0510" y="982132"/>
            <a:ext cx="4269996" cy="1303867"/>
          </a:xfrm>
        </p:spPr>
        <p:txBody>
          <a:bodyPr rtlCol="0"/>
          <a:lstStyle/>
          <a:p>
            <a:pPr rtl="0"/>
            <a:r>
              <a:rPr lang="it-IT" dirty="0"/>
              <a:t>Sviluppi Futuri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EAA86A1-F801-442C-838A-F834D93A96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95403" y="2561578"/>
            <a:ext cx="3580381" cy="1734843"/>
          </a:xfrm>
        </p:spPr>
        <p:txBody>
          <a:bodyPr rtlCol="0">
            <a:normAutofit fontScale="85000" lnSpcReduction="10000"/>
          </a:bodyPr>
          <a:lstStyle/>
          <a:p>
            <a:pPr marL="0" indent="0" rtl="0">
              <a:buNone/>
            </a:pPr>
            <a:endParaRPr lang="it-IT" dirty="0"/>
          </a:p>
          <a:p>
            <a:pPr rtl="0"/>
            <a:r>
              <a:rPr lang="it-IT" sz="2800" dirty="0"/>
              <a:t>L’utente può caricare il proprio modello BPMN e simularlo</a:t>
            </a:r>
          </a:p>
          <a:p>
            <a:pPr rtl="0"/>
            <a:endParaRPr lang="it-IT" dirty="0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689F897E-B060-4B5C-8D31-6CB4C51399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4621" y="1502229"/>
            <a:ext cx="4205596" cy="3022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038879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o">
  <a:themeElements>
    <a:clrScheme name="Custom 162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CBAF62"/>
      </a:accent1>
      <a:accent2>
        <a:srgbClr val="4096B0"/>
      </a:accent2>
      <a:accent3>
        <a:srgbClr val="803348"/>
      </a:accent3>
      <a:accent4>
        <a:srgbClr val="8E684C"/>
      </a:accent4>
      <a:accent5>
        <a:srgbClr val="AB946B"/>
      </a:accent5>
      <a:accent6>
        <a:srgbClr val="803348"/>
      </a:accent6>
      <a:hlink>
        <a:srgbClr val="86724D"/>
      </a:hlink>
      <a:folHlink>
        <a:srgbClr val="CBAF62"/>
      </a:folHlink>
    </a:clrScheme>
    <a:fontScheme name="Custom 169">
      <a:majorFont>
        <a:latin typeface="Rockwell"/>
        <a:ea typeface=""/>
        <a:cs typeface=""/>
      </a:majorFont>
      <a:minorFont>
        <a:latin typeface="Trebuchet MS"/>
        <a:ea typeface=""/>
        <a:cs typeface="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30104501_TF66931312" id="{5AE32068-E740-42AC-910C-DACC7AD51856}" vid="{A8A0CC42-2780-4EA7-8106-05C70000E961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EEA25CC0A0AC24199CDC46C25B8B0BC" ma:contentTypeVersion="10" ma:contentTypeDescription="Create a new document." ma:contentTypeScope="" ma:versionID="e3b47856d4cf355c0dacb39e1084d14f">
  <xsd:schema xmlns:xsd="http://www.w3.org/2001/XMLSchema" xmlns:xs="http://www.w3.org/2001/XMLSchema" xmlns:p="http://schemas.microsoft.com/office/2006/metadata/properties" xmlns:ns1="http://schemas.microsoft.com/sharepoint/v3" xmlns:ns2="6dc4bcd6-49db-4c07-9060-8acfc67cef9f" xmlns:ns3="fb0879af-3eba-417a-a55a-ffe6dcd6ca77" targetNamespace="http://schemas.microsoft.com/office/2006/metadata/properties" ma:root="true" ma:fieldsID="a845a615265fdb1f7b12cc65ac20ecbd" ns1:_="" ns2:_="" ns3:_="">
    <xsd:import namespace="http://schemas.microsoft.com/sharepoint/v3"/>
    <xsd:import namespace="6dc4bcd6-49db-4c07-9060-8acfc67cef9f"/>
    <xsd:import namespace="fb0879af-3eba-417a-a55a-ffe6dcd6ca7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3:SharedWithUsers" minOccurs="0"/>
                <xsd:element ref="ns3:SharedWithDetails" minOccurs="0"/>
                <xsd:element ref="ns3:LastSharedByUser" minOccurs="0"/>
                <xsd:element ref="ns3:LastSharedByTime" minOccurs="0"/>
                <xsd:element ref="ns1:_ip_UnifiedCompliancePolicyProperties" minOccurs="0"/>
                <xsd:element ref="ns1:_ip_UnifiedCompliancePolicyUIAction" minOccurs="0"/>
                <xsd:element ref="ns2:MediaServiceAuto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5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6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dc4bcd6-49db-4c07-9060-8acfc67cef9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7" nillable="true" ma:displayName="MediaServiceAutoTags" ma:internalName="MediaServiceAutoTag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b0879af-3eba-417a-a55a-ffe6dcd6ca77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3" nillable="true" ma:displayName="Last Shared By User" ma:hidden="true" ma:internalName="LastSharedByUser" ma:readOnly="true">
      <xsd:simpleType>
        <xsd:restriction base="dms:Note"/>
      </xsd:simpleType>
    </xsd:element>
    <xsd:element name="LastSharedByTime" ma:index="14" nillable="true" ma:displayName="Last Shared By Time" ma:hidden="true" ma:internalName="LastSharedByTime" ma:readOnly="tru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24EDED3-7967-4EF0-BE85-F4606019A9E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6dc4bcd6-49db-4c07-9060-8acfc67cef9f"/>
    <ds:schemaRef ds:uri="fb0879af-3eba-417a-a55a-ffe6dcd6ca7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5B8FAC4-99E7-4CF2-AA4F-E5F48F87B542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</ds:schemaRefs>
</ds:datastoreItem>
</file>

<file path=customXml/itemProps3.xml><?xml version="1.0" encoding="utf-8"?>
<ds:datastoreItem xmlns:ds="http://schemas.openxmlformats.org/officeDocument/2006/customXml" ds:itemID="{C311D34D-75D2-4894-A4B9-B889F28CA15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Capsula del tempo digitale</Template>
  <TotalTime>0</TotalTime>
  <Words>144</Words>
  <Application>Microsoft Office PowerPoint</Application>
  <PresentationFormat>Widescreen</PresentationFormat>
  <Paragraphs>54</Paragraphs>
  <Slides>14</Slides>
  <Notes>13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6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14</vt:i4>
      </vt:variant>
    </vt:vector>
  </HeadingPairs>
  <TitlesOfParts>
    <vt:vector size="21" baseType="lpstr">
      <vt:lpstr>Arial</vt:lpstr>
      <vt:lpstr>Bahnschrift Condensed</vt:lpstr>
      <vt:lpstr>Calibri</vt:lpstr>
      <vt:lpstr>Lucida Handwriting</vt:lpstr>
      <vt:lpstr>Rockwell</vt:lpstr>
      <vt:lpstr>Trebuchet MS</vt:lpstr>
      <vt:lpstr>Organico</vt:lpstr>
      <vt:lpstr>strumenti MSaaS per l’analisi simulativa dei processi di business</vt:lpstr>
      <vt:lpstr>Scopo della tesi</vt:lpstr>
      <vt:lpstr>BACKGROUND</vt:lpstr>
      <vt:lpstr>Processi di business e la loro gestione</vt:lpstr>
      <vt:lpstr>Presentazione standard di PowerPoint</vt:lpstr>
      <vt:lpstr>PRESENTAZIONE PROGETTO</vt:lpstr>
      <vt:lpstr>ViewSimulation</vt:lpstr>
      <vt:lpstr>CASO STUDIO</vt:lpstr>
      <vt:lpstr>Presentazione standard di PowerPoint</vt:lpstr>
      <vt:lpstr>Presentazione standard di PowerPoint</vt:lpstr>
      <vt:lpstr>Presentazione standard di PowerPoint</vt:lpstr>
      <vt:lpstr>Conclusioni e Sviluppi futuri</vt:lpstr>
      <vt:lpstr>Presentazione standard di PowerPoint</vt:lpstr>
      <vt:lpstr>Sviluppi Futuri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2020-07-15T10:31:30Z</dcterms:created>
  <dcterms:modified xsi:type="dcterms:W3CDTF">2020-07-23T08:29:45Z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0x010100DEEA25CC0A0AC24199CDC46C25B8B0BC</vt:lpwstr>
  </property>
</Properties>
</file>