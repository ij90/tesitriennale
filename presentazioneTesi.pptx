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16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76" r:id="rId6"/>
    <p:sldId id="279" r:id="rId7"/>
    <p:sldId id="282" r:id="rId8"/>
    <p:sldId id="269" r:id="rId9"/>
    <p:sldId id="283" r:id="rId10"/>
    <p:sldId id="285" r:id="rId11"/>
    <p:sldId id="274" r:id="rId12"/>
    <p:sldId id="286" r:id="rId13"/>
    <p:sldId id="287" r:id="rId14"/>
    <p:sldId id="289" r:id="rId15"/>
    <p:sldId id="290" r:id="rId16"/>
    <p:sldId id="291" r:id="rId17"/>
    <p:sldId id="288" r:id="rId18"/>
    <p:sldId id="292" r:id="rId19"/>
    <p:sldId id="293" r:id="rId20"/>
    <p:sldId id="295" r:id="rId21"/>
    <p:sldId id="294" r:id="rId22"/>
    <p:sldId id="297" r:id="rId23"/>
    <p:sldId id="298" r:id="rId24"/>
    <p:sldId id="296" r:id="rId25"/>
    <p:sldId id="299" r:id="rId26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908"/>
    <a:srgbClr val="E60000"/>
    <a:srgbClr val="FF0000"/>
    <a:srgbClr val="007C34"/>
    <a:srgbClr val="F8F43A"/>
    <a:srgbClr val="E4C8A4"/>
    <a:srgbClr val="288045"/>
    <a:srgbClr val="E3C59F"/>
    <a:srgbClr val="D4B38B"/>
    <a:srgbClr val="CB1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8501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E219FF-48E9-48B2-B079-9B8BC403B857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37EB4870-C5F1-4D83-88D9-CBB1927D5C03}">
      <dgm:prSet phldrT="[Testo]"/>
      <dgm:spPr>
        <a:solidFill>
          <a:srgbClr val="CB1B4A"/>
        </a:solidFill>
      </dgm:spPr>
      <dgm:t>
        <a:bodyPr/>
        <a:lstStyle/>
        <a:p>
          <a:r>
            <a:rPr lang="it-IT" dirty="0"/>
            <a:t>Presentazione di tecniche e strumenti </a:t>
          </a:r>
          <a:r>
            <a:rPr lang="it-IT" dirty="0" err="1"/>
            <a:t>MSaaS</a:t>
          </a:r>
          <a:r>
            <a:rPr lang="it-IT" dirty="0"/>
            <a:t> per l’analisi simulativa dei business </a:t>
          </a:r>
          <a:r>
            <a:rPr lang="it-IT" dirty="0" err="1"/>
            <a:t>process</a:t>
          </a:r>
          <a:endParaRPr lang="it-IT" dirty="0"/>
        </a:p>
      </dgm:t>
    </dgm:pt>
    <dgm:pt modelId="{A94251B4-E14C-410F-9E6D-62C48E21CBA2}" type="parTrans" cxnId="{FCDD6520-6F7F-46DB-BFDD-0F673E65A901}">
      <dgm:prSet/>
      <dgm:spPr/>
      <dgm:t>
        <a:bodyPr/>
        <a:lstStyle/>
        <a:p>
          <a:endParaRPr lang="it-IT"/>
        </a:p>
      </dgm:t>
    </dgm:pt>
    <dgm:pt modelId="{7F411F1E-1DFD-4FED-B394-497B50EB2156}" type="sibTrans" cxnId="{FCDD6520-6F7F-46DB-BFDD-0F673E65A901}">
      <dgm:prSet/>
      <dgm:spPr/>
      <dgm:t>
        <a:bodyPr/>
        <a:lstStyle/>
        <a:p>
          <a:endParaRPr lang="it-IT"/>
        </a:p>
      </dgm:t>
    </dgm:pt>
    <dgm:pt modelId="{D3FC80C8-A483-4DAE-9DEC-DB343042702D}">
      <dgm:prSet phldrT="[Testo]" custT="1"/>
      <dgm:spPr>
        <a:solidFill>
          <a:srgbClr val="CB1B4A"/>
        </a:solidFill>
      </dgm:spPr>
      <dgm:t>
        <a:bodyPr/>
        <a:lstStyle/>
        <a:p>
          <a:r>
            <a:rPr lang="it-IT" sz="1400" dirty="0"/>
            <a:t>Applicazione web per piattaforme </a:t>
          </a:r>
          <a:r>
            <a:rPr lang="it-IT" sz="1400" dirty="0" err="1"/>
            <a:t>MSaaS</a:t>
          </a:r>
          <a:endParaRPr lang="it-IT" sz="1400" dirty="0"/>
        </a:p>
      </dgm:t>
    </dgm:pt>
    <dgm:pt modelId="{D6CCAF6B-5404-4533-9C5E-BDC23B57D17A}" type="parTrans" cxnId="{85A91F00-A5D7-4D6D-800C-418C6976D33B}">
      <dgm:prSet/>
      <dgm:spPr/>
      <dgm:t>
        <a:bodyPr/>
        <a:lstStyle/>
        <a:p>
          <a:endParaRPr lang="it-IT"/>
        </a:p>
      </dgm:t>
    </dgm:pt>
    <dgm:pt modelId="{48E9C157-88ED-4FCE-858A-E6266A8D1F11}" type="sibTrans" cxnId="{85A91F00-A5D7-4D6D-800C-418C6976D33B}">
      <dgm:prSet/>
      <dgm:spPr/>
      <dgm:t>
        <a:bodyPr/>
        <a:lstStyle/>
        <a:p>
          <a:endParaRPr lang="it-IT"/>
        </a:p>
      </dgm:t>
    </dgm:pt>
    <dgm:pt modelId="{3CAF6AA8-7DB2-45FC-8FDC-FDD8AE3BDB41}">
      <dgm:prSet phldrT="[Testo]" custT="1"/>
      <dgm:spPr>
        <a:solidFill>
          <a:srgbClr val="CB1B4A"/>
        </a:solidFill>
      </dgm:spPr>
      <dgm:t>
        <a:bodyPr/>
        <a:lstStyle/>
        <a:p>
          <a:r>
            <a:rPr lang="it-IT" sz="1400" dirty="0"/>
            <a:t>Business </a:t>
          </a:r>
          <a:r>
            <a:rPr lang="it-IT" sz="1400" dirty="0" err="1"/>
            <a:t>Process</a:t>
          </a:r>
          <a:r>
            <a:rPr lang="it-IT" sz="1400" dirty="0"/>
            <a:t> e BPM</a:t>
          </a:r>
        </a:p>
      </dgm:t>
    </dgm:pt>
    <dgm:pt modelId="{C8353A02-4A7F-44B0-9B88-3B3B3F38ED03}" type="parTrans" cxnId="{76871E06-1219-4122-A692-3A2AE710AB03}">
      <dgm:prSet/>
      <dgm:spPr/>
      <dgm:t>
        <a:bodyPr/>
        <a:lstStyle/>
        <a:p>
          <a:endParaRPr lang="it-IT"/>
        </a:p>
      </dgm:t>
    </dgm:pt>
    <dgm:pt modelId="{78CF62DF-B50E-47FD-BB3D-42D84B5E6170}" type="sibTrans" cxnId="{76871E06-1219-4122-A692-3A2AE710AB03}">
      <dgm:prSet/>
      <dgm:spPr/>
      <dgm:t>
        <a:bodyPr/>
        <a:lstStyle/>
        <a:p>
          <a:endParaRPr lang="it-IT"/>
        </a:p>
      </dgm:t>
    </dgm:pt>
    <dgm:pt modelId="{6B96A140-EFD4-411A-AD0A-BE30458507FB}">
      <dgm:prSet phldrT="[Testo]"/>
      <dgm:spPr>
        <a:solidFill>
          <a:srgbClr val="CB1B4A"/>
        </a:solidFill>
      </dgm:spPr>
      <dgm:t>
        <a:bodyPr/>
        <a:lstStyle/>
        <a:p>
          <a:r>
            <a:rPr lang="it-IT" dirty="0"/>
            <a:t>Analisi e Simulazione di un business </a:t>
          </a:r>
          <a:r>
            <a:rPr lang="it-IT" dirty="0" err="1"/>
            <a:t>process</a:t>
          </a:r>
          <a:endParaRPr lang="it-IT" dirty="0"/>
        </a:p>
      </dgm:t>
    </dgm:pt>
    <dgm:pt modelId="{BB6DB404-C158-4CD0-8FEC-F5CFF04EF935}" type="sibTrans" cxnId="{39AC8629-2C79-4340-B7AD-E0AD6AEA7541}">
      <dgm:prSet/>
      <dgm:spPr/>
      <dgm:t>
        <a:bodyPr/>
        <a:lstStyle/>
        <a:p>
          <a:endParaRPr lang="it-IT"/>
        </a:p>
      </dgm:t>
    </dgm:pt>
    <dgm:pt modelId="{70CE440B-49F9-4504-B7EF-0BD05576B724}" type="parTrans" cxnId="{39AC8629-2C79-4340-B7AD-E0AD6AEA7541}">
      <dgm:prSet/>
      <dgm:spPr/>
      <dgm:t>
        <a:bodyPr/>
        <a:lstStyle/>
        <a:p>
          <a:endParaRPr lang="it-IT"/>
        </a:p>
      </dgm:t>
    </dgm:pt>
    <dgm:pt modelId="{C433C12F-6F3C-456A-92E0-1571B1B4F549}" type="pres">
      <dgm:prSet presAssocID="{B8E219FF-48E9-48B2-B079-9B8BC403B85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5379D4C-E51F-46EF-A156-9C433FEF8A01}" type="pres">
      <dgm:prSet presAssocID="{37EB4870-C5F1-4D83-88D9-CBB1927D5C03}" presName="singleCycle" presStyleCnt="0"/>
      <dgm:spPr/>
    </dgm:pt>
    <dgm:pt modelId="{B825CA5B-3BFD-41DA-987A-1EA70E472AA5}" type="pres">
      <dgm:prSet presAssocID="{37EB4870-C5F1-4D83-88D9-CBB1927D5C03}" presName="singleCenter" presStyleLbl="node1" presStyleIdx="0" presStyleCnt="4" custScaleX="116666" custScaleY="113666" custLinFactNeighborX="1526" custLinFactNeighborY="-8565">
        <dgm:presLayoutVars>
          <dgm:chMax val="7"/>
          <dgm:chPref val="7"/>
        </dgm:presLayoutVars>
      </dgm:prSet>
      <dgm:spPr/>
    </dgm:pt>
    <dgm:pt modelId="{8383B7BE-F5D0-4377-BB52-40F45EDDFF1A}" type="pres">
      <dgm:prSet presAssocID="{70CE440B-49F9-4504-B7EF-0BD05576B724}" presName="Name56" presStyleLbl="parChTrans1D2" presStyleIdx="0" presStyleCnt="3"/>
      <dgm:spPr/>
    </dgm:pt>
    <dgm:pt modelId="{CDBB4563-6C3D-4334-8770-8B638EA7DEF8}" type="pres">
      <dgm:prSet presAssocID="{6B96A140-EFD4-411A-AD0A-BE30458507FB}" presName="text0" presStyleLbl="node1" presStyleIdx="1" presStyleCnt="4" custScaleX="110312" custScaleY="120860" custRadScaleRad="115727" custRadScaleInc="149707">
        <dgm:presLayoutVars>
          <dgm:bulletEnabled val="1"/>
        </dgm:presLayoutVars>
      </dgm:prSet>
      <dgm:spPr/>
    </dgm:pt>
    <dgm:pt modelId="{A3FBFA51-FE8D-414E-A8EF-EFCAA5098059}" type="pres">
      <dgm:prSet presAssocID="{D6CCAF6B-5404-4533-9C5E-BDC23B57D17A}" presName="Name56" presStyleLbl="parChTrans1D2" presStyleIdx="1" presStyleCnt="3"/>
      <dgm:spPr/>
    </dgm:pt>
    <dgm:pt modelId="{F519C2B4-295E-4528-9526-32FDD6DDD271}" type="pres">
      <dgm:prSet presAssocID="{D3FC80C8-A483-4DAE-9DEC-DB343042702D}" presName="text0" presStyleLbl="node1" presStyleIdx="2" presStyleCnt="4" custScaleX="112881" custScaleY="122678" custRadScaleRad="64010" custRadScaleInc="95567">
        <dgm:presLayoutVars>
          <dgm:bulletEnabled val="1"/>
        </dgm:presLayoutVars>
      </dgm:prSet>
      <dgm:spPr/>
    </dgm:pt>
    <dgm:pt modelId="{1D85FCBD-AAD5-4DD5-A3F6-EB474B46EA2B}" type="pres">
      <dgm:prSet presAssocID="{C8353A02-4A7F-44B0-9B88-3B3B3F38ED03}" presName="Name56" presStyleLbl="parChTrans1D2" presStyleIdx="2" presStyleCnt="3"/>
      <dgm:spPr/>
    </dgm:pt>
    <dgm:pt modelId="{958A630E-B426-48A6-860E-24F97A51C262}" type="pres">
      <dgm:prSet presAssocID="{3CAF6AA8-7DB2-45FC-8FDC-FDD8AE3BDB41}" presName="text0" presStyleLbl="node1" presStyleIdx="3" presStyleCnt="4" custScaleX="117903" custScaleY="122221" custRadScaleRad="94628" custRadScaleInc="47903">
        <dgm:presLayoutVars>
          <dgm:bulletEnabled val="1"/>
        </dgm:presLayoutVars>
      </dgm:prSet>
      <dgm:spPr/>
    </dgm:pt>
  </dgm:ptLst>
  <dgm:cxnLst>
    <dgm:cxn modelId="{85A91F00-A5D7-4D6D-800C-418C6976D33B}" srcId="{37EB4870-C5F1-4D83-88D9-CBB1927D5C03}" destId="{D3FC80C8-A483-4DAE-9DEC-DB343042702D}" srcOrd="1" destOrd="0" parTransId="{D6CCAF6B-5404-4533-9C5E-BDC23B57D17A}" sibTransId="{48E9C157-88ED-4FCE-858A-E6266A8D1F11}"/>
    <dgm:cxn modelId="{76871E06-1219-4122-A692-3A2AE710AB03}" srcId="{37EB4870-C5F1-4D83-88D9-CBB1927D5C03}" destId="{3CAF6AA8-7DB2-45FC-8FDC-FDD8AE3BDB41}" srcOrd="2" destOrd="0" parTransId="{C8353A02-4A7F-44B0-9B88-3B3B3F38ED03}" sibTransId="{78CF62DF-B50E-47FD-BB3D-42D84B5E6170}"/>
    <dgm:cxn modelId="{81A67A0E-5E92-43D6-860E-9D2E223518FD}" type="presOf" srcId="{3CAF6AA8-7DB2-45FC-8FDC-FDD8AE3BDB41}" destId="{958A630E-B426-48A6-860E-24F97A51C262}" srcOrd="0" destOrd="0" presId="urn:microsoft.com/office/officeart/2008/layout/RadialCluster"/>
    <dgm:cxn modelId="{FCDD6520-6F7F-46DB-BFDD-0F673E65A901}" srcId="{B8E219FF-48E9-48B2-B079-9B8BC403B857}" destId="{37EB4870-C5F1-4D83-88D9-CBB1927D5C03}" srcOrd="0" destOrd="0" parTransId="{A94251B4-E14C-410F-9E6D-62C48E21CBA2}" sibTransId="{7F411F1E-1DFD-4FED-B394-497B50EB2156}"/>
    <dgm:cxn modelId="{39AC8629-2C79-4340-B7AD-E0AD6AEA7541}" srcId="{37EB4870-C5F1-4D83-88D9-CBB1927D5C03}" destId="{6B96A140-EFD4-411A-AD0A-BE30458507FB}" srcOrd="0" destOrd="0" parTransId="{70CE440B-49F9-4504-B7EF-0BD05576B724}" sibTransId="{BB6DB404-C158-4CD0-8FEC-F5CFF04EF935}"/>
    <dgm:cxn modelId="{111E36A6-74D5-4C9A-82DC-9B2465EF3DE7}" type="presOf" srcId="{D6CCAF6B-5404-4533-9C5E-BDC23B57D17A}" destId="{A3FBFA51-FE8D-414E-A8EF-EFCAA5098059}" srcOrd="0" destOrd="0" presId="urn:microsoft.com/office/officeart/2008/layout/RadialCluster"/>
    <dgm:cxn modelId="{BF59EBA9-430C-4958-BF2A-F4DF03CE9066}" type="presOf" srcId="{D3FC80C8-A483-4DAE-9DEC-DB343042702D}" destId="{F519C2B4-295E-4528-9526-32FDD6DDD271}" srcOrd="0" destOrd="0" presId="urn:microsoft.com/office/officeart/2008/layout/RadialCluster"/>
    <dgm:cxn modelId="{40787AAB-21EC-4D31-917E-BC4002808AE2}" type="presOf" srcId="{C8353A02-4A7F-44B0-9B88-3B3B3F38ED03}" destId="{1D85FCBD-AAD5-4DD5-A3F6-EB474B46EA2B}" srcOrd="0" destOrd="0" presId="urn:microsoft.com/office/officeart/2008/layout/RadialCluster"/>
    <dgm:cxn modelId="{3991AEC6-2659-4CDC-88DD-8ED8A963C267}" type="presOf" srcId="{37EB4870-C5F1-4D83-88D9-CBB1927D5C03}" destId="{B825CA5B-3BFD-41DA-987A-1EA70E472AA5}" srcOrd="0" destOrd="0" presId="urn:microsoft.com/office/officeart/2008/layout/RadialCluster"/>
    <dgm:cxn modelId="{1A8C58C9-597C-418C-98AE-345F0EFAB6BA}" type="presOf" srcId="{B8E219FF-48E9-48B2-B079-9B8BC403B857}" destId="{C433C12F-6F3C-456A-92E0-1571B1B4F549}" srcOrd="0" destOrd="0" presId="urn:microsoft.com/office/officeart/2008/layout/RadialCluster"/>
    <dgm:cxn modelId="{CEA5A5E4-5749-4F4D-8314-CE45E6D9B3A3}" type="presOf" srcId="{6B96A140-EFD4-411A-AD0A-BE30458507FB}" destId="{CDBB4563-6C3D-4334-8770-8B638EA7DEF8}" srcOrd="0" destOrd="0" presId="urn:microsoft.com/office/officeart/2008/layout/RadialCluster"/>
    <dgm:cxn modelId="{C24C5DEB-9679-40B4-8447-1C5FC7FCB70F}" type="presOf" srcId="{70CE440B-49F9-4504-B7EF-0BD05576B724}" destId="{8383B7BE-F5D0-4377-BB52-40F45EDDFF1A}" srcOrd="0" destOrd="0" presId="urn:microsoft.com/office/officeart/2008/layout/RadialCluster"/>
    <dgm:cxn modelId="{65F239E2-7F36-4E10-9EE2-F33A6738CCF5}" type="presParOf" srcId="{C433C12F-6F3C-456A-92E0-1571B1B4F549}" destId="{35379D4C-E51F-46EF-A156-9C433FEF8A01}" srcOrd="0" destOrd="0" presId="urn:microsoft.com/office/officeart/2008/layout/RadialCluster"/>
    <dgm:cxn modelId="{284223C0-DC28-4B31-B5D8-C0D044187F43}" type="presParOf" srcId="{35379D4C-E51F-46EF-A156-9C433FEF8A01}" destId="{B825CA5B-3BFD-41DA-987A-1EA70E472AA5}" srcOrd="0" destOrd="0" presId="urn:microsoft.com/office/officeart/2008/layout/RadialCluster"/>
    <dgm:cxn modelId="{A6B0F4E4-82AD-4533-80CC-EEB3ED8EF091}" type="presParOf" srcId="{35379D4C-E51F-46EF-A156-9C433FEF8A01}" destId="{8383B7BE-F5D0-4377-BB52-40F45EDDFF1A}" srcOrd="1" destOrd="0" presId="urn:microsoft.com/office/officeart/2008/layout/RadialCluster"/>
    <dgm:cxn modelId="{F028782F-456E-42D1-8D6B-E6021DB420AC}" type="presParOf" srcId="{35379D4C-E51F-46EF-A156-9C433FEF8A01}" destId="{CDBB4563-6C3D-4334-8770-8B638EA7DEF8}" srcOrd="2" destOrd="0" presId="urn:microsoft.com/office/officeart/2008/layout/RadialCluster"/>
    <dgm:cxn modelId="{1F95E5D1-C148-4CEA-9891-4CC477EB5496}" type="presParOf" srcId="{35379D4C-E51F-46EF-A156-9C433FEF8A01}" destId="{A3FBFA51-FE8D-414E-A8EF-EFCAA5098059}" srcOrd="3" destOrd="0" presId="urn:microsoft.com/office/officeart/2008/layout/RadialCluster"/>
    <dgm:cxn modelId="{C7CBBF95-BDE4-4A38-A0E7-06F03F20F012}" type="presParOf" srcId="{35379D4C-E51F-46EF-A156-9C433FEF8A01}" destId="{F519C2B4-295E-4528-9526-32FDD6DDD271}" srcOrd="4" destOrd="0" presId="urn:microsoft.com/office/officeart/2008/layout/RadialCluster"/>
    <dgm:cxn modelId="{C8037483-97B4-4C34-BAEC-1A6CD2E1C8F2}" type="presParOf" srcId="{35379D4C-E51F-46EF-A156-9C433FEF8A01}" destId="{1D85FCBD-AAD5-4DD5-A3F6-EB474B46EA2B}" srcOrd="5" destOrd="0" presId="urn:microsoft.com/office/officeart/2008/layout/RadialCluster"/>
    <dgm:cxn modelId="{E4B8693F-2CF9-4C6A-B8E1-1910FECE2CD2}" type="presParOf" srcId="{35379D4C-E51F-46EF-A156-9C433FEF8A01}" destId="{958A630E-B426-48A6-860E-24F97A51C262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46CD53-82FD-456C-8D7F-610CE54EABF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5FFEB80-7A00-4F3D-BC6B-436B88C83CFE}">
      <dgm:prSet phldrT="[Testo]"/>
      <dgm:spPr>
        <a:solidFill>
          <a:srgbClr val="007C34"/>
        </a:solidFill>
      </dgm:spPr>
      <dgm:t>
        <a:bodyPr/>
        <a:lstStyle/>
        <a:p>
          <a:r>
            <a:rPr lang="it-IT" dirty="0">
              <a:solidFill>
                <a:schemeClr val="bg1"/>
              </a:solidFill>
            </a:rPr>
            <a:t>Simulazione</a:t>
          </a:r>
        </a:p>
      </dgm:t>
    </dgm:pt>
    <dgm:pt modelId="{F642A5C9-29E1-4B88-AC79-9831A4A59A04}" type="parTrans" cxnId="{69159DE6-0282-46C1-A4D0-538E77E28028}">
      <dgm:prSet/>
      <dgm:spPr/>
      <dgm:t>
        <a:bodyPr/>
        <a:lstStyle/>
        <a:p>
          <a:endParaRPr lang="it-IT"/>
        </a:p>
      </dgm:t>
    </dgm:pt>
    <dgm:pt modelId="{8824343D-72D8-4DA2-8F81-5A9B24B57F66}" type="sibTrans" cxnId="{69159DE6-0282-46C1-A4D0-538E77E28028}">
      <dgm:prSet/>
      <dgm:spPr/>
      <dgm:t>
        <a:bodyPr/>
        <a:lstStyle/>
        <a:p>
          <a:endParaRPr lang="it-IT"/>
        </a:p>
      </dgm:t>
    </dgm:pt>
    <dgm:pt modelId="{5395F315-236A-4F85-A155-FE42A4913981}">
      <dgm:prSet phldrT="[Testo]"/>
      <dgm:spPr>
        <a:solidFill>
          <a:srgbClr val="007C34"/>
        </a:solidFill>
      </dgm:spPr>
      <dgm:t>
        <a:bodyPr/>
        <a:lstStyle/>
        <a:p>
          <a:r>
            <a:rPr lang="it-IT" dirty="0" err="1"/>
            <a:t>CollaborationStatistics</a:t>
          </a:r>
          <a:endParaRPr lang="it-IT" dirty="0"/>
        </a:p>
      </dgm:t>
    </dgm:pt>
    <dgm:pt modelId="{01641CCA-1135-453A-9AC7-78998993FF78}" type="parTrans" cxnId="{F6964556-D1BD-44FE-BAD1-E562E7D8BC62}">
      <dgm:prSet/>
      <dgm:spPr/>
      <dgm:t>
        <a:bodyPr/>
        <a:lstStyle/>
        <a:p>
          <a:endParaRPr lang="it-IT"/>
        </a:p>
      </dgm:t>
    </dgm:pt>
    <dgm:pt modelId="{90333620-D3B4-415E-86B1-B7E085BDA790}" type="sibTrans" cxnId="{F6964556-D1BD-44FE-BAD1-E562E7D8BC62}">
      <dgm:prSet/>
      <dgm:spPr/>
      <dgm:t>
        <a:bodyPr/>
        <a:lstStyle/>
        <a:p>
          <a:endParaRPr lang="it-IT"/>
        </a:p>
      </dgm:t>
    </dgm:pt>
    <dgm:pt modelId="{2B45334F-8E03-4F21-877A-ECE8E3C34D47}">
      <dgm:prSet phldrT="[Testo]"/>
      <dgm:spPr>
        <a:solidFill>
          <a:srgbClr val="007C34"/>
        </a:solidFill>
      </dgm:spPr>
      <dgm:t>
        <a:bodyPr/>
        <a:lstStyle/>
        <a:p>
          <a:r>
            <a:rPr lang="it-IT" dirty="0"/>
            <a:t>Evento</a:t>
          </a:r>
        </a:p>
      </dgm:t>
    </dgm:pt>
    <dgm:pt modelId="{37F5B871-5364-46D4-95F1-13CF3AFED98F}" type="parTrans" cxnId="{6BF5AB0B-4E3C-472C-BBFB-08E66367B071}">
      <dgm:prSet/>
      <dgm:spPr/>
      <dgm:t>
        <a:bodyPr/>
        <a:lstStyle/>
        <a:p>
          <a:endParaRPr lang="it-IT"/>
        </a:p>
      </dgm:t>
    </dgm:pt>
    <dgm:pt modelId="{FD15FD24-6D77-41F7-B8D6-7D47634715D5}" type="sibTrans" cxnId="{6BF5AB0B-4E3C-472C-BBFB-08E66367B071}">
      <dgm:prSet/>
      <dgm:spPr/>
      <dgm:t>
        <a:bodyPr/>
        <a:lstStyle/>
        <a:p>
          <a:endParaRPr lang="it-IT"/>
        </a:p>
      </dgm:t>
    </dgm:pt>
    <dgm:pt modelId="{CEACAD38-E0A4-48F8-9CF3-48A8026B8640}">
      <dgm:prSet phldrT="[Testo]"/>
      <dgm:spPr>
        <a:solidFill>
          <a:srgbClr val="007C34"/>
        </a:solidFill>
      </dgm:spPr>
      <dgm:t>
        <a:bodyPr/>
        <a:lstStyle/>
        <a:p>
          <a:r>
            <a:rPr lang="it-IT" dirty="0" err="1"/>
            <a:t>ConfigurationStatistics</a:t>
          </a:r>
          <a:endParaRPr lang="it-IT" dirty="0"/>
        </a:p>
      </dgm:t>
    </dgm:pt>
    <dgm:pt modelId="{93316FE4-719A-4580-B01F-FDD2140C0493}" type="parTrans" cxnId="{A85A9E0B-183E-4C78-A8B8-D10A02D0C653}">
      <dgm:prSet/>
      <dgm:spPr/>
      <dgm:t>
        <a:bodyPr/>
        <a:lstStyle/>
        <a:p>
          <a:endParaRPr lang="it-IT"/>
        </a:p>
      </dgm:t>
    </dgm:pt>
    <dgm:pt modelId="{8B9CACA7-BDAD-4DDE-AF71-3230BABDC792}" type="sibTrans" cxnId="{A85A9E0B-183E-4C78-A8B8-D10A02D0C653}">
      <dgm:prSet/>
      <dgm:spPr/>
      <dgm:t>
        <a:bodyPr/>
        <a:lstStyle/>
        <a:p>
          <a:endParaRPr lang="it-IT"/>
        </a:p>
      </dgm:t>
    </dgm:pt>
    <dgm:pt modelId="{A95B751E-4684-4FB1-9DBE-BB6A6B321DAE}" type="pres">
      <dgm:prSet presAssocID="{D946CD53-82FD-456C-8D7F-610CE54EABF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FB8E366-ECDC-459F-8D8C-1E1DFA717A02}" type="pres">
      <dgm:prSet presAssocID="{15FFEB80-7A00-4F3D-BC6B-436B88C83CFE}" presName="root1" presStyleCnt="0"/>
      <dgm:spPr/>
    </dgm:pt>
    <dgm:pt modelId="{8B57C75F-F68A-45C0-83D6-F53C1DECE5FF}" type="pres">
      <dgm:prSet presAssocID="{15FFEB80-7A00-4F3D-BC6B-436B88C83CFE}" presName="LevelOneTextNode" presStyleLbl="node0" presStyleIdx="0" presStyleCnt="1">
        <dgm:presLayoutVars>
          <dgm:chPref val="3"/>
        </dgm:presLayoutVars>
      </dgm:prSet>
      <dgm:spPr/>
    </dgm:pt>
    <dgm:pt modelId="{C47A8B67-ED4D-4FE3-8D16-4B381D6F430C}" type="pres">
      <dgm:prSet presAssocID="{15FFEB80-7A00-4F3D-BC6B-436B88C83CFE}" presName="level2hierChild" presStyleCnt="0"/>
      <dgm:spPr/>
    </dgm:pt>
    <dgm:pt modelId="{5A4B628C-D8BD-475F-8C20-4ABE77B17CD6}" type="pres">
      <dgm:prSet presAssocID="{01641CCA-1135-453A-9AC7-78998993FF78}" presName="conn2-1" presStyleLbl="parChTrans1D2" presStyleIdx="0" presStyleCnt="2"/>
      <dgm:spPr/>
    </dgm:pt>
    <dgm:pt modelId="{40354FA3-A18F-456C-959E-437C6BC39C9A}" type="pres">
      <dgm:prSet presAssocID="{01641CCA-1135-453A-9AC7-78998993FF78}" presName="connTx" presStyleLbl="parChTrans1D2" presStyleIdx="0" presStyleCnt="2"/>
      <dgm:spPr/>
    </dgm:pt>
    <dgm:pt modelId="{765F7A13-315D-4C69-9E00-25C468BA7AAE}" type="pres">
      <dgm:prSet presAssocID="{5395F315-236A-4F85-A155-FE42A4913981}" presName="root2" presStyleCnt="0"/>
      <dgm:spPr/>
    </dgm:pt>
    <dgm:pt modelId="{D6890A75-8492-4AE5-ABCC-E1AA8038EBD1}" type="pres">
      <dgm:prSet presAssocID="{5395F315-236A-4F85-A155-FE42A4913981}" presName="LevelTwoTextNode" presStyleLbl="node2" presStyleIdx="0" presStyleCnt="2">
        <dgm:presLayoutVars>
          <dgm:chPref val="3"/>
        </dgm:presLayoutVars>
      </dgm:prSet>
      <dgm:spPr/>
    </dgm:pt>
    <dgm:pt modelId="{F7A49E97-9FDD-4809-B41B-28FA28C2E1AD}" type="pres">
      <dgm:prSet presAssocID="{5395F315-236A-4F85-A155-FE42A4913981}" presName="level3hierChild" presStyleCnt="0"/>
      <dgm:spPr/>
    </dgm:pt>
    <dgm:pt modelId="{118CAAF7-36C3-456E-B414-EA872086B552}" type="pres">
      <dgm:prSet presAssocID="{37F5B871-5364-46D4-95F1-13CF3AFED98F}" presName="conn2-1" presStyleLbl="parChTrans1D3" presStyleIdx="0" presStyleCnt="1"/>
      <dgm:spPr/>
    </dgm:pt>
    <dgm:pt modelId="{8B1B3388-A58F-481C-B38B-AC963F3B7765}" type="pres">
      <dgm:prSet presAssocID="{37F5B871-5364-46D4-95F1-13CF3AFED98F}" presName="connTx" presStyleLbl="parChTrans1D3" presStyleIdx="0" presStyleCnt="1"/>
      <dgm:spPr/>
    </dgm:pt>
    <dgm:pt modelId="{74EC9AD4-45BB-44E0-955C-E165A7A5C0A5}" type="pres">
      <dgm:prSet presAssocID="{2B45334F-8E03-4F21-877A-ECE8E3C34D47}" presName="root2" presStyleCnt="0"/>
      <dgm:spPr/>
    </dgm:pt>
    <dgm:pt modelId="{A7CC4B45-8172-4B37-A75A-D113AC5D66D1}" type="pres">
      <dgm:prSet presAssocID="{2B45334F-8E03-4F21-877A-ECE8E3C34D47}" presName="LevelTwoTextNode" presStyleLbl="node3" presStyleIdx="0" presStyleCnt="1">
        <dgm:presLayoutVars>
          <dgm:chPref val="3"/>
        </dgm:presLayoutVars>
      </dgm:prSet>
      <dgm:spPr/>
    </dgm:pt>
    <dgm:pt modelId="{ACBDB9BB-6891-48A3-99ED-B3D3016A6AF0}" type="pres">
      <dgm:prSet presAssocID="{2B45334F-8E03-4F21-877A-ECE8E3C34D47}" presName="level3hierChild" presStyleCnt="0"/>
      <dgm:spPr/>
    </dgm:pt>
    <dgm:pt modelId="{8761548B-1889-4A0A-BE46-9EBC17264A1E}" type="pres">
      <dgm:prSet presAssocID="{93316FE4-719A-4580-B01F-FDD2140C0493}" presName="conn2-1" presStyleLbl="parChTrans1D2" presStyleIdx="1" presStyleCnt="2"/>
      <dgm:spPr/>
    </dgm:pt>
    <dgm:pt modelId="{4B4D429E-7831-405D-ACB5-A4F23B6F528D}" type="pres">
      <dgm:prSet presAssocID="{93316FE4-719A-4580-B01F-FDD2140C0493}" presName="connTx" presStyleLbl="parChTrans1D2" presStyleIdx="1" presStyleCnt="2"/>
      <dgm:spPr/>
    </dgm:pt>
    <dgm:pt modelId="{9C3DFA3D-C780-4D74-93D9-4FB936B97368}" type="pres">
      <dgm:prSet presAssocID="{CEACAD38-E0A4-48F8-9CF3-48A8026B8640}" presName="root2" presStyleCnt="0"/>
      <dgm:spPr/>
    </dgm:pt>
    <dgm:pt modelId="{2301C8F1-BDDE-4A98-B857-A7EA4B96BD69}" type="pres">
      <dgm:prSet presAssocID="{CEACAD38-E0A4-48F8-9CF3-48A8026B8640}" presName="LevelTwoTextNode" presStyleLbl="node2" presStyleIdx="1" presStyleCnt="2">
        <dgm:presLayoutVars>
          <dgm:chPref val="3"/>
        </dgm:presLayoutVars>
      </dgm:prSet>
      <dgm:spPr/>
    </dgm:pt>
    <dgm:pt modelId="{0029199A-3258-419C-B723-84492A67D72E}" type="pres">
      <dgm:prSet presAssocID="{CEACAD38-E0A4-48F8-9CF3-48A8026B8640}" presName="level3hierChild" presStyleCnt="0"/>
      <dgm:spPr/>
    </dgm:pt>
  </dgm:ptLst>
  <dgm:cxnLst>
    <dgm:cxn modelId="{E1EB5605-0194-4133-B947-3D84D8CF07E5}" type="presOf" srcId="{37F5B871-5364-46D4-95F1-13CF3AFED98F}" destId="{8B1B3388-A58F-481C-B38B-AC963F3B7765}" srcOrd="1" destOrd="0" presId="urn:microsoft.com/office/officeart/2005/8/layout/hierarchy2"/>
    <dgm:cxn modelId="{A85A9E0B-183E-4C78-A8B8-D10A02D0C653}" srcId="{15FFEB80-7A00-4F3D-BC6B-436B88C83CFE}" destId="{CEACAD38-E0A4-48F8-9CF3-48A8026B8640}" srcOrd="1" destOrd="0" parTransId="{93316FE4-719A-4580-B01F-FDD2140C0493}" sibTransId="{8B9CACA7-BDAD-4DDE-AF71-3230BABDC792}"/>
    <dgm:cxn modelId="{6BF5AB0B-4E3C-472C-BBFB-08E66367B071}" srcId="{5395F315-236A-4F85-A155-FE42A4913981}" destId="{2B45334F-8E03-4F21-877A-ECE8E3C34D47}" srcOrd="0" destOrd="0" parTransId="{37F5B871-5364-46D4-95F1-13CF3AFED98F}" sibTransId="{FD15FD24-6D77-41F7-B8D6-7D47634715D5}"/>
    <dgm:cxn modelId="{595D2A11-07BF-4067-9D9D-EC389748B362}" type="presOf" srcId="{2B45334F-8E03-4F21-877A-ECE8E3C34D47}" destId="{A7CC4B45-8172-4B37-A75A-D113AC5D66D1}" srcOrd="0" destOrd="0" presId="urn:microsoft.com/office/officeart/2005/8/layout/hierarchy2"/>
    <dgm:cxn modelId="{9A537E1F-CFA4-44DF-B761-DC1456AA93A6}" type="presOf" srcId="{93316FE4-719A-4580-B01F-FDD2140C0493}" destId="{4B4D429E-7831-405D-ACB5-A4F23B6F528D}" srcOrd="1" destOrd="0" presId="urn:microsoft.com/office/officeart/2005/8/layout/hierarchy2"/>
    <dgm:cxn modelId="{0263EA2B-89C8-4F7A-AF2F-A6757893AF00}" type="presOf" srcId="{01641CCA-1135-453A-9AC7-78998993FF78}" destId="{40354FA3-A18F-456C-959E-437C6BC39C9A}" srcOrd="1" destOrd="0" presId="urn:microsoft.com/office/officeart/2005/8/layout/hierarchy2"/>
    <dgm:cxn modelId="{ED1BFA3C-B900-4FC6-B697-92945B79E8BF}" type="presOf" srcId="{93316FE4-719A-4580-B01F-FDD2140C0493}" destId="{8761548B-1889-4A0A-BE46-9EBC17264A1E}" srcOrd="0" destOrd="0" presId="urn:microsoft.com/office/officeart/2005/8/layout/hierarchy2"/>
    <dgm:cxn modelId="{811DE740-9AC7-4E7B-8ED1-68021EC6AE43}" type="presOf" srcId="{5395F315-236A-4F85-A155-FE42A4913981}" destId="{D6890A75-8492-4AE5-ABCC-E1AA8038EBD1}" srcOrd="0" destOrd="0" presId="urn:microsoft.com/office/officeart/2005/8/layout/hierarchy2"/>
    <dgm:cxn modelId="{73F7A75F-34D3-40C0-9738-13D3C354D095}" type="presOf" srcId="{D946CD53-82FD-456C-8D7F-610CE54EABF3}" destId="{A95B751E-4684-4FB1-9DBE-BB6A6B321DAE}" srcOrd="0" destOrd="0" presId="urn:microsoft.com/office/officeart/2005/8/layout/hierarchy2"/>
    <dgm:cxn modelId="{AEE41F4E-4AF9-4FA7-B5AD-6F7E417495B2}" type="presOf" srcId="{37F5B871-5364-46D4-95F1-13CF3AFED98F}" destId="{118CAAF7-36C3-456E-B414-EA872086B552}" srcOrd="0" destOrd="0" presId="urn:microsoft.com/office/officeart/2005/8/layout/hierarchy2"/>
    <dgm:cxn modelId="{F6964556-D1BD-44FE-BAD1-E562E7D8BC62}" srcId="{15FFEB80-7A00-4F3D-BC6B-436B88C83CFE}" destId="{5395F315-236A-4F85-A155-FE42A4913981}" srcOrd="0" destOrd="0" parTransId="{01641CCA-1135-453A-9AC7-78998993FF78}" sibTransId="{90333620-D3B4-415E-86B1-B7E085BDA790}"/>
    <dgm:cxn modelId="{4D94F382-7CAD-4C1E-A6FB-4CF1E858A5B0}" type="presOf" srcId="{15FFEB80-7A00-4F3D-BC6B-436B88C83CFE}" destId="{8B57C75F-F68A-45C0-83D6-F53C1DECE5FF}" srcOrd="0" destOrd="0" presId="urn:microsoft.com/office/officeart/2005/8/layout/hierarchy2"/>
    <dgm:cxn modelId="{9BD079BB-915A-42F6-91C3-D52B8B6A7AA1}" type="presOf" srcId="{01641CCA-1135-453A-9AC7-78998993FF78}" destId="{5A4B628C-D8BD-475F-8C20-4ABE77B17CD6}" srcOrd="0" destOrd="0" presId="urn:microsoft.com/office/officeart/2005/8/layout/hierarchy2"/>
    <dgm:cxn modelId="{DD02F8DB-0D06-408C-BA7B-D1DEF2AC3CC8}" type="presOf" srcId="{CEACAD38-E0A4-48F8-9CF3-48A8026B8640}" destId="{2301C8F1-BDDE-4A98-B857-A7EA4B96BD69}" srcOrd="0" destOrd="0" presId="urn:microsoft.com/office/officeart/2005/8/layout/hierarchy2"/>
    <dgm:cxn modelId="{69159DE6-0282-46C1-A4D0-538E77E28028}" srcId="{D946CD53-82FD-456C-8D7F-610CE54EABF3}" destId="{15FFEB80-7A00-4F3D-BC6B-436B88C83CFE}" srcOrd="0" destOrd="0" parTransId="{F642A5C9-29E1-4B88-AC79-9831A4A59A04}" sibTransId="{8824343D-72D8-4DA2-8F81-5A9B24B57F66}"/>
    <dgm:cxn modelId="{D299DB9C-113C-4CB1-8B4C-A81B88676506}" type="presParOf" srcId="{A95B751E-4684-4FB1-9DBE-BB6A6B321DAE}" destId="{9FB8E366-ECDC-459F-8D8C-1E1DFA717A02}" srcOrd="0" destOrd="0" presId="urn:microsoft.com/office/officeart/2005/8/layout/hierarchy2"/>
    <dgm:cxn modelId="{3DB4941D-1811-4CCC-B9DB-18308B27BAF2}" type="presParOf" srcId="{9FB8E366-ECDC-459F-8D8C-1E1DFA717A02}" destId="{8B57C75F-F68A-45C0-83D6-F53C1DECE5FF}" srcOrd="0" destOrd="0" presId="urn:microsoft.com/office/officeart/2005/8/layout/hierarchy2"/>
    <dgm:cxn modelId="{C19CED52-C0A1-465A-A991-4A73CB2E83B7}" type="presParOf" srcId="{9FB8E366-ECDC-459F-8D8C-1E1DFA717A02}" destId="{C47A8B67-ED4D-4FE3-8D16-4B381D6F430C}" srcOrd="1" destOrd="0" presId="urn:microsoft.com/office/officeart/2005/8/layout/hierarchy2"/>
    <dgm:cxn modelId="{891C1A20-E716-4114-8027-C870F9300EA3}" type="presParOf" srcId="{C47A8B67-ED4D-4FE3-8D16-4B381D6F430C}" destId="{5A4B628C-D8BD-475F-8C20-4ABE77B17CD6}" srcOrd="0" destOrd="0" presId="urn:microsoft.com/office/officeart/2005/8/layout/hierarchy2"/>
    <dgm:cxn modelId="{D74AAE70-B0DA-45EA-9CAF-ABFCCB5112C6}" type="presParOf" srcId="{5A4B628C-D8BD-475F-8C20-4ABE77B17CD6}" destId="{40354FA3-A18F-456C-959E-437C6BC39C9A}" srcOrd="0" destOrd="0" presId="urn:microsoft.com/office/officeart/2005/8/layout/hierarchy2"/>
    <dgm:cxn modelId="{F445B6E4-0724-4800-A3AD-302132DEC710}" type="presParOf" srcId="{C47A8B67-ED4D-4FE3-8D16-4B381D6F430C}" destId="{765F7A13-315D-4C69-9E00-25C468BA7AAE}" srcOrd="1" destOrd="0" presId="urn:microsoft.com/office/officeart/2005/8/layout/hierarchy2"/>
    <dgm:cxn modelId="{5CF49BD7-A75D-494B-B08D-0EE532B7FBB7}" type="presParOf" srcId="{765F7A13-315D-4C69-9E00-25C468BA7AAE}" destId="{D6890A75-8492-4AE5-ABCC-E1AA8038EBD1}" srcOrd="0" destOrd="0" presId="urn:microsoft.com/office/officeart/2005/8/layout/hierarchy2"/>
    <dgm:cxn modelId="{7388A35F-80F3-4526-A532-20FBA5D9754D}" type="presParOf" srcId="{765F7A13-315D-4C69-9E00-25C468BA7AAE}" destId="{F7A49E97-9FDD-4809-B41B-28FA28C2E1AD}" srcOrd="1" destOrd="0" presId="urn:microsoft.com/office/officeart/2005/8/layout/hierarchy2"/>
    <dgm:cxn modelId="{EB1AF53E-E2D8-4739-AF52-0A5CB8989CDB}" type="presParOf" srcId="{F7A49E97-9FDD-4809-B41B-28FA28C2E1AD}" destId="{118CAAF7-36C3-456E-B414-EA872086B552}" srcOrd="0" destOrd="0" presId="urn:microsoft.com/office/officeart/2005/8/layout/hierarchy2"/>
    <dgm:cxn modelId="{08CE3BC5-2856-493D-9010-E1D4479907ED}" type="presParOf" srcId="{118CAAF7-36C3-456E-B414-EA872086B552}" destId="{8B1B3388-A58F-481C-B38B-AC963F3B7765}" srcOrd="0" destOrd="0" presId="urn:microsoft.com/office/officeart/2005/8/layout/hierarchy2"/>
    <dgm:cxn modelId="{C700A0DC-D48C-4668-B9DE-0E2E1E5FCF75}" type="presParOf" srcId="{F7A49E97-9FDD-4809-B41B-28FA28C2E1AD}" destId="{74EC9AD4-45BB-44E0-955C-E165A7A5C0A5}" srcOrd="1" destOrd="0" presId="urn:microsoft.com/office/officeart/2005/8/layout/hierarchy2"/>
    <dgm:cxn modelId="{B0D29B75-3941-45B5-BB12-5DC9AA4A81AA}" type="presParOf" srcId="{74EC9AD4-45BB-44E0-955C-E165A7A5C0A5}" destId="{A7CC4B45-8172-4B37-A75A-D113AC5D66D1}" srcOrd="0" destOrd="0" presId="urn:microsoft.com/office/officeart/2005/8/layout/hierarchy2"/>
    <dgm:cxn modelId="{0D04DF6A-0586-4B66-8DD4-D30C77D7D39B}" type="presParOf" srcId="{74EC9AD4-45BB-44E0-955C-E165A7A5C0A5}" destId="{ACBDB9BB-6891-48A3-99ED-B3D3016A6AF0}" srcOrd="1" destOrd="0" presId="urn:microsoft.com/office/officeart/2005/8/layout/hierarchy2"/>
    <dgm:cxn modelId="{EDBF114C-CB78-41C9-9203-ED874074746C}" type="presParOf" srcId="{C47A8B67-ED4D-4FE3-8D16-4B381D6F430C}" destId="{8761548B-1889-4A0A-BE46-9EBC17264A1E}" srcOrd="2" destOrd="0" presId="urn:microsoft.com/office/officeart/2005/8/layout/hierarchy2"/>
    <dgm:cxn modelId="{07BC533A-E978-4DB1-9CFB-119CB8024C82}" type="presParOf" srcId="{8761548B-1889-4A0A-BE46-9EBC17264A1E}" destId="{4B4D429E-7831-405D-ACB5-A4F23B6F528D}" srcOrd="0" destOrd="0" presId="urn:microsoft.com/office/officeart/2005/8/layout/hierarchy2"/>
    <dgm:cxn modelId="{80FABD21-9B10-42C7-A9B5-2E800DCA2401}" type="presParOf" srcId="{C47A8B67-ED4D-4FE3-8D16-4B381D6F430C}" destId="{9C3DFA3D-C780-4D74-93D9-4FB936B97368}" srcOrd="3" destOrd="0" presId="urn:microsoft.com/office/officeart/2005/8/layout/hierarchy2"/>
    <dgm:cxn modelId="{2F59ED77-7D53-40E4-A9FE-9DA931B9BFDA}" type="presParOf" srcId="{9C3DFA3D-C780-4D74-93D9-4FB936B97368}" destId="{2301C8F1-BDDE-4A98-B857-A7EA4B96BD69}" srcOrd="0" destOrd="0" presId="urn:microsoft.com/office/officeart/2005/8/layout/hierarchy2"/>
    <dgm:cxn modelId="{B8B04144-8F4B-4A2F-A881-64A51E6834CA}" type="presParOf" srcId="{9C3DFA3D-C780-4D74-93D9-4FB936B97368}" destId="{0029199A-3258-419C-B723-84492A67D72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24BD33-466B-40CB-8659-6B711EEE4D8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4B6AD487-C8C0-414E-9A94-3F148F3B6680}">
      <dgm:prSet phldrT="[Testo]"/>
      <dgm:spPr>
        <a:solidFill>
          <a:srgbClr val="E60000"/>
        </a:solidFill>
      </dgm:spPr>
      <dgm:t>
        <a:bodyPr/>
        <a:lstStyle/>
        <a:p>
          <a:r>
            <a:rPr lang="it-IT" dirty="0"/>
            <a:t>Red Code 50%</a:t>
          </a:r>
        </a:p>
      </dgm:t>
    </dgm:pt>
    <dgm:pt modelId="{50E8FD48-D036-42D9-A9DC-03EA1A6328F1}" type="parTrans" cxnId="{EAA2AACF-CB35-4B0F-A26F-3DB17C5EF6B5}">
      <dgm:prSet/>
      <dgm:spPr/>
      <dgm:t>
        <a:bodyPr/>
        <a:lstStyle/>
        <a:p>
          <a:endParaRPr lang="it-IT"/>
        </a:p>
      </dgm:t>
    </dgm:pt>
    <dgm:pt modelId="{DF5533D5-D1F7-4798-BD2B-88F428F81608}" type="sibTrans" cxnId="{EAA2AACF-CB35-4B0F-A26F-3DB17C5EF6B5}">
      <dgm:prSet/>
      <dgm:spPr/>
      <dgm:t>
        <a:bodyPr/>
        <a:lstStyle/>
        <a:p>
          <a:endParaRPr lang="it-IT"/>
        </a:p>
      </dgm:t>
    </dgm:pt>
    <dgm:pt modelId="{2FE710E4-BB82-42D1-AB60-43965B19C9D4}">
      <dgm:prSet phldrT="[Testo]"/>
      <dgm:spPr>
        <a:solidFill>
          <a:srgbClr val="EEE908"/>
        </a:solidFill>
      </dgm:spPr>
      <dgm:t>
        <a:bodyPr/>
        <a:lstStyle/>
        <a:p>
          <a:r>
            <a:rPr lang="it-IT" dirty="0"/>
            <a:t>Yellow Code 30%</a:t>
          </a:r>
        </a:p>
      </dgm:t>
    </dgm:pt>
    <dgm:pt modelId="{B08658D6-19C6-44A5-B36D-C096198EC417}" type="parTrans" cxnId="{7E581005-5CC2-415A-B803-097683A21690}">
      <dgm:prSet/>
      <dgm:spPr/>
      <dgm:t>
        <a:bodyPr/>
        <a:lstStyle/>
        <a:p>
          <a:endParaRPr lang="it-IT"/>
        </a:p>
      </dgm:t>
    </dgm:pt>
    <dgm:pt modelId="{4372FBF0-E562-4643-937C-0636E6FE1229}" type="sibTrans" cxnId="{7E581005-5CC2-415A-B803-097683A21690}">
      <dgm:prSet/>
      <dgm:spPr/>
      <dgm:t>
        <a:bodyPr/>
        <a:lstStyle/>
        <a:p>
          <a:endParaRPr lang="it-IT"/>
        </a:p>
      </dgm:t>
    </dgm:pt>
    <dgm:pt modelId="{BADA88F1-3991-4AF9-BB73-89EE44BF9738}">
      <dgm:prSet phldrT="[Testo]"/>
      <dgm:spPr>
        <a:solidFill>
          <a:srgbClr val="007C34"/>
        </a:solidFill>
      </dgm:spPr>
      <dgm:t>
        <a:bodyPr/>
        <a:lstStyle/>
        <a:p>
          <a:r>
            <a:rPr lang="it-IT" dirty="0"/>
            <a:t>Green Code 20%</a:t>
          </a:r>
        </a:p>
      </dgm:t>
    </dgm:pt>
    <dgm:pt modelId="{5E318EC4-2D6E-414B-9AF6-7472B42870B5}" type="parTrans" cxnId="{6961E806-76DB-42A9-9A3B-0EDB15F92D48}">
      <dgm:prSet/>
      <dgm:spPr/>
      <dgm:t>
        <a:bodyPr/>
        <a:lstStyle/>
        <a:p>
          <a:endParaRPr lang="it-IT"/>
        </a:p>
      </dgm:t>
    </dgm:pt>
    <dgm:pt modelId="{60078075-690E-4D63-B621-D1E12A855711}" type="sibTrans" cxnId="{6961E806-76DB-42A9-9A3B-0EDB15F92D48}">
      <dgm:prSet/>
      <dgm:spPr/>
      <dgm:t>
        <a:bodyPr/>
        <a:lstStyle/>
        <a:p>
          <a:endParaRPr lang="it-IT"/>
        </a:p>
      </dgm:t>
    </dgm:pt>
    <dgm:pt modelId="{552C8477-AB34-4893-9B11-618C3238B4A9}" type="pres">
      <dgm:prSet presAssocID="{8724BD33-466B-40CB-8659-6B711EEE4D8F}" presName="linear" presStyleCnt="0">
        <dgm:presLayoutVars>
          <dgm:dir/>
          <dgm:animLvl val="lvl"/>
          <dgm:resizeHandles val="exact"/>
        </dgm:presLayoutVars>
      </dgm:prSet>
      <dgm:spPr/>
    </dgm:pt>
    <dgm:pt modelId="{0E6EB449-C859-4A67-A5C7-6AD54D306DA6}" type="pres">
      <dgm:prSet presAssocID="{4B6AD487-C8C0-414E-9A94-3F148F3B6680}" presName="parentLin" presStyleCnt="0"/>
      <dgm:spPr/>
    </dgm:pt>
    <dgm:pt modelId="{07582F51-270E-411B-BE90-45B0F7C3D6CB}" type="pres">
      <dgm:prSet presAssocID="{4B6AD487-C8C0-414E-9A94-3F148F3B6680}" presName="parentLeftMargin" presStyleLbl="node1" presStyleIdx="0" presStyleCnt="3"/>
      <dgm:spPr/>
    </dgm:pt>
    <dgm:pt modelId="{D0240915-9D1F-46D4-9481-960A4E756834}" type="pres">
      <dgm:prSet presAssocID="{4B6AD487-C8C0-414E-9A94-3F148F3B66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C22D57-B7FE-4276-A8CC-3318EFEB832A}" type="pres">
      <dgm:prSet presAssocID="{4B6AD487-C8C0-414E-9A94-3F148F3B6680}" presName="negativeSpace" presStyleCnt="0"/>
      <dgm:spPr/>
    </dgm:pt>
    <dgm:pt modelId="{9EF8D668-A0FC-45FB-84DD-3B4ADF8C9B4E}" type="pres">
      <dgm:prSet presAssocID="{4B6AD487-C8C0-414E-9A94-3F148F3B6680}" presName="childText" presStyleLbl="conFgAcc1" presStyleIdx="0" presStyleCnt="3" custLinFactNeighborY="14408">
        <dgm:presLayoutVars>
          <dgm:bulletEnabled val="1"/>
        </dgm:presLayoutVars>
      </dgm:prSet>
      <dgm:spPr/>
    </dgm:pt>
    <dgm:pt modelId="{FBC1E544-C722-4772-954A-49084E0B9C33}" type="pres">
      <dgm:prSet presAssocID="{DF5533D5-D1F7-4798-BD2B-88F428F81608}" presName="spaceBetweenRectangles" presStyleCnt="0"/>
      <dgm:spPr/>
    </dgm:pt>
    <dgm:pt modelId="{E4DCD30F-2A69-4142-A080-BF96C306DEE3}" type="pres">
      <dgm:prSet presAssocID="{2FE710E4-BB82-42D1-AB60-43965B19C9D4}" presName="parentLin" presStyleCnt="0"/>
      <dgm:spPr/>
    </dgm:pt>
    <dgm:pt modelId="{55D73129-9E7D-4B8B-BC68-F887AFEC4BBE}" type="pres">
      <dgm:prSet presAssocID="{2FE710E4-BB82-42D1-AB60-43965B19C9D4}" presName="parentLeftMargin" presStyleLbl="node1" presStyleIdx="0" presStyleCnt="3"/>
      <dgm:spPr/>
    </dgm:pt>
    <dgm:pt modelId="{381F8ABB-6CD8-4867-8262-A894CA15716C}" type="pres">
      <dgm:prSet presAssocID="{2FE710E4-BB82-42D1-AB60-43965B19C9D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8AEE81-262F-4E7B-9040-5DB45346C4A5}" type="pres">
      <dgm:prSet presAssocID="{2FE710E4-BB82-42D1-AB60-43965B19C9D4}" presName="negativeSpace" presStyleCnt="0"/>
      <dgm:spPr/>
    </dgm:pt>
    <dgm:pt modelId="{2563609D-0094-400B-8974-BE798699D5D6}" type="pres">
      <dgm:prSet presAssocID="{2FE710E4-BB82-42D1-AB60-43965B19C9D4}" presName="childText" presStyleLbl="conFgAcc1" presStyleIdx="1" presStyleCnt="3">
        <dgm:presLayoutVars>
          <dgm:bulletEnabled val="1"/>
        </dgm:presLayoutVars>
      </dgm:prSet>
      <dgm:spPr/>
    </dgm:pt>
    <dgm:pt modelId="{934D8123-1897-4A5D-B971-49BE6ED5372B}" type="pres">
      <dgm:prSet presAssocID="{4372FBF0-E562-4643-937C-0636E6FE1229}" presName="spaceBetweenRectangles" presStyleCnt="0"/>
      <dgm:spPr/>
    </dgm:pt>
    <dgm:pt modelId="{CA7B1FF2-4755-45A1-8F50-C28571DA2661}" type="pres">
      <dgm:prSet presAssocID="{BADA88F1-3991-4AF9-BB73-89EE44BF9738}" presName="parentLin" presStyleCnt="0"/>
      <dgm:spPr/>
    </dgm:pt>
    <dgm:pt modelId="{6B706039-A573-4A17-8A3B-F9E6580C1776}" type="pres">
      <dgm:prSet presAssocID="{BADA88F1-3991-4AF9-BB73-89EE44BF9738}" presName="parentLeftMargin" presStyleLbl="node1" presStyleIdx="1" presStyleCnt="3"/>
      <dgm:spPr/>
    </dgm:pt>
    <dgm:pt modelId="{60FC05C2-12F2-44A0-9BBB-5B58F295DA99}" type="pres">
      <dgm:prSet presAssocID="{BADA88F1-3991-4AF9-BB73-89EE44BF973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0B357F-FF91-4879-97F0-8E020C1F03BB}" type="pres">
      <dgm:prSet presAssocID="{BADA88F1-3991-4AF9-BB73-89EE44BF9738}" presName="negativeSpace" presStyleCnt="0"/>
      <dgm:spPr/>
    </dgm:pt>
    <dgm:pt modelId="{30F588D7-44C1-4357-B0D1-A97F74693033}" type="pres">
      <dgm:prSet presAssocID="{BADA88F1-3991-4AF9-BB73-89EE44BF973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E581005-5CC2-415A-B803-097683A21690}" srcId="{8724BD33-466B-40CB-8659-6B711EEE4D8F}" destId="{2FE710E4-BB82-42D1-AB60-43965B19C9D4}" srcOrd="1" destOrd="0" parTransId="{B08658D6-19C6-44A5-B36D-C096198EC417}" sibTransId="{4372FBF0-E562-4643-937C-0636E6FE1229}"/>
    <dgm:cxn modelId="{6961E806-76DB-42A9-9A3B-0EDB15F92D48}" srcId="{8724BD33-466B-40CB-8659-6B711EEE4D8F}" destId="{BADA88F1-3991-4AF9-BB73-89EE44BF9738}" srcOrd="2" destOrd="0" parTransId="{5E318EC4-2D6E-414B-9AF6-7472B42870B5}" sibTransId="{60078075-690E-4D63-B621-D1E12A855711}"/>
    <dgm:cxn modelId="{37174423-A9C0-4A2B-A023-FAC8D23F721D}" type="presOf" srcId="{2FE710E4-BB82-42D1-AB60-43965B19C9D4}" destId="{381F8ABB-6CD8-4867-8262-A894CA15716C}" srcOrd="1" destOrd="0" presId="urn:microsoft.com/office/officeart/2005/8/layout/list1"/>
    <dgm:cxn modelId="{58D8972B-823E-4290-B285-7CE5AAB6E1B8}" type="presOf" srcId="{2FE710E4-BB82-42D1-AB60-43965B19C9D4}" destId="{55D73129-9E7D-4B8B-BC68-F887AFEC4BBE}" srcOrd="0" destOrd="0" presId="urn:microsoft.com/office/officeart/2005/8/layout/list1"/>
    <dgm:cxn modelId="{DCA51231-D9B6-4BE5-8492-240BDAA965C0}" type="presOf" srcId="{4B6AD487-C8C0-414E-9A94-3F148F3B6680}" destId="{07582F51-270E-411B-BE90-45B0F7C3D6CB}" srcOrd="0" destOrd="0" presId="urn:microsoft.com/office/officeart/2005/8/layout/list1"/>
    <dgm:cxn modelId="{2BF4845F-E89B-4DA0-8512-2CBAFEB8D55A}" type="presOf" srcId="{BADA88F1-3991-4AF9-BB73-89EE44BF9738}" destId="{60FC05C2-12F2-44A0-9BBB-5B58F295DA99}" srcOrd="1" destOrd="0" presId="urn:microsoft.com/office/officeart/2005/8/layout/list1"/>
    <dgm:cxn modelId="{14300850-CBE7-4091-8D0B-ADADA440662C}" type="presOf" srcId="{8724BD33-466B-40CB-8659-6B711EEE4D8F}" destId="{552C8477-AB34-4893-9B11-618C3238B4A9}" srcOrd="0" destOrd="0" presId="urn:microsoft.com/office/officeart/2005/8/layout/list1"/>
    <dgm:cxn modelId="{2CC68E90-1E82-4B9C-AF03-DC0D519A9FD7}" type="presOf" srcId="{BADA88F1-3991-4AF9-BB73-89EE44BF9738}" destId="{6B706039-A573-4A17-8A3B-F9E6580C1776}" srcOrd="0" destOrd="0" presId="urn:microsoft.com/office/officeart/2005/8/layout/list1"/>
    <dgm:cxn modelId="{2F0450BD-32D9-450F-844A-15DA30EE183D}" type="presOf" srcId="{4B6AD487-C8C0-414E-9A94-3F148F3B6680}" destId="{D0240915-9D1F-46D4-9481-960A4E756834}" srcOrd="1" destOrd="0" presId="urn:microsoft.com/office/officeart/2005/8/layout/list1"/>
    <dgm:cxn modelId="{EAA2AACF-CB35-4B0F-A26F-3DB17C5EF6B5}" srcId="{8724BD33-466B-40CB-8659-6B711EEE4D8F}" destId="{4B6AD487-C8C0-414E-9A94-3F148F3B6680}" srcOrd="0" destOrd="0" parTransId="{50E8FD48-D036-42D9-A9DC-03EA1A6328F1}" sibTransId="{DF5533D5-D1F7-4798-BD2B-88F428F81608}"/>
    <dgm:cxn modelId="{C2B4224B-E2C2-44F7-9EC3-DB49E8F2E2B7}" type="presParOf" srcId="{552C8477-AB34-4893-9B11-618C3238B4A9}" destId="{0E6EB449-C859-4A67-A5C7-6AD54D306DA6}" srcOrd="0" destOrd="0" presId="urn:microsoft.com/office/officeart/2005/8/layout/list1"/>
    <dgm:cxn modelId="{1687625D-5A6D-41D8-8F21-161CFADD6BFC}" type="presParOf" srcId="{0E6EB449-C859-4A67-A5C7-6AD54D306DA6}" destId="{07582F51-270E-411B-BE90-45B0F7C3D6CB}" srcOrd="0" destOrd="0" presId="urn:microsoft.com/office/officeart/2005/8/layout/list1"/>
    <dgm:cxn modelId="{2BBC684D-0720-4938-B6FC-F388ACAD975B}" type="presParOf" srcId="{0E6EB449-C859-4A67-A5C7-6AD54D306DA6}" destId="{D0240915-9D1F-46D4-9481-960A4E756834}" srcOrd="1" destOrd="0" presId="urn:microsoft.com/office/officeart/2005/8/layout/list1"/>
    <dgm:cxn modelId="{809BB113-6A46-465F-8DF9-51B6C58906A2}" type="presParOf" srcId="{552C8477-AB34-4893-9B11-618C3238B4A9}" destId="{D0C22D57-B7FE-4276-A8CC-3318EFEB832A}" srcOrd="1" destOrd="0" presId="urn:microsoft.com/office/officeart/2005/8/layout/list1"/>
    <dgm:cxn modelId="{8897BDC8-1FFE-4B60-BA8B-3595A39DA666}" type="presParOf" srcId="{552C8477-AB34-4893-9B11-618C3238B4A9}" destId="{9EF8D668-A0FC-45FB-84DD-3B4ADF8C9B4E}" srcOrd="2" destOrd="0" presId="urn:microsoft.com/office/officeart/2005/8/layout/list1"/>
    <dgm:cxn modelId="{476CCA2D-E03D-47B3-A8A6-AD1C64188C9B}" type="presParOf" srcId="{552C8477-AB34-4893-9B11-618C3238B4A9}" destId="{FBC1E544-C722-4772-954A-49084E0B9C33}" srcOrd="3" destOrd="0" presId="urn:microsoft.com/office/officeart/2005/8/layout/list1"/>
    <dgm:cxn modelId="{425D155F-6EB8-4B2B-BB51-A4D89E3033D1}" type="presParOf" srcId="{552C8477-AB34-4893-9B11-618C3238B4A9}" destId="{E4DCD30F-2A69-4142-A080-BF96C306DEE3}" srcOrd="4" destOrd="0" presId="urn:microsoft.com/office/officeart/2005/8/layout/list1"/>
    <dgm:cxn modelId="{856AEC04-6317-45D8-8ED1-7D56EAA7F7AC}" type="presParOf" srcId="{E4DCD30F-2A69-4142-A080-BF96C306DEE3}" destId="{55D73129-9E7D-4B8B-BC68-F887AFEC4BBE}" srcOrd="0" destOrd="0" presId="urn:microsoft.com/office/officeart/2005/8/layout/list1"/>
    <dgm:cxn modelId="{B6099CFA-95B0-4E66-9064-D94751825522}" type="presParOf" srcId="{E4DCD30F-2A69-4142-A080-BF96C306DEE3}" destId="{381F8ABB-6CD8-4867-8262-A894CA15716C}" srcOrd="1" destOrd="0" presId="urn:microsoft.com/office/officeart/2005/8/layout/list1"/>
    <dgm:cxn modelId="{FB100D77-D266-4CF7-AD04-37CF28C208F5}" type="presParOf" srcId="{552C8477-AB34-4893-9B11-618C3238B4A9}" destId="{378AEE81-262F-4E7B-9040-5DB45346C4A5}" srcOrd="5" destOrd="0" presId="urn:microsoft.com/office/officeart/2005/8/layout/list1"/>
    <dgm:cxn modelId="{2F68C792-DAC4-473B-AA81-A57948D29C80}" type="presParOf" srcId="{552C8477-AB34-4893-9B11-618C3238B4A9}" destId="{2563609D-0094-400B-8974-BE798699D5D6}" srcOrd="6" destOrd="0" presId="urn:microsoft.com/office/officeart/2005/8/layout/list1"/>
    <dgm:cxn modelId="{97FCB7B5-D650-4A3C-B39B-96099CA50EEC}" type="presParOf" srcId="{552C8477-AB34-4893-9B11-618C3238B4A9}" destId="{934D8123-1897-4A5D-B971-49BE6ED5372B}" srcOrd="7" destOrd="0" presId="urn:microsoft.com/office/officeart/2005/8/layout/list1"/>
    <dgm:cxn modelId="{4F0E4349-9F44-41F7-9EF7-31531D7A374A}" type="presParOf" srcId="{552C8477-AB34-4893-9B11-618C3238B4A9}" destId="{CA7B1FF2-4755-45A1-8F50-C28571DA2661}" srcOrd="8" destOrd="0" presId="urn:microsoft.com/office/officeart/2005/8/layout/list1"/>
    <dgm:cxn modelId="{67B5342C-BFB5-4B8F-8E06-2F7B91354D71}" type="presParOf" srcId="{CA7B1FF2-4755-45A1-8F50-C28571DA2661}" destId="{6B706039-A573-4A17-8A3B-F9E6580C1776}" srcOrd="0" destOrd="0" presId="urn:microsoft.com/office/officeart/2005/8/layout/list1"/>
    <dgm:cxn modelId="{1F565AF8-A997-4603-A36E-7F494B90D0B7}" type="presParOf" srcId="{CA7B1FF2-4755-45A1-8F50-C28571DA2661}" destId="{60FC05C2-12F2-44A0-9BBB-5B58F295DA99}" srcOrd="1" destOrd="0" presId="urn:microsoft.com/office/officeart/2005/8/layout/list1"/>
    <dgm:cxn modelId="{9AD81630-62B9-4F35-A7C8-897CADA3134B}" type="presParOf" srcId="{552C8477-AB34-4893-9B11-618C3238B4A9}" destId="{A60B357F-FF91-4879-97F0-8E020C1F03BB}" srcOrd="9" destOrd="0" presId="urn:microsoft.com/office/officeart/2005/8/layout/list1"/>
    <dgm:cxn modelId="{4F419012-B673-4F79-9158-64359C236410}" type="presParOf" srcId="{552C8477-AB34-4893-9B11-618C3238B4A9}" destId="{30F588D7-44C1-4357-B0D1-A97F7469303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5CA5B-3BFD-41DA-987A-1EA70E472AA5}">
      <dsp:nvSpPr>
        <dsp:cNvPr id="0" name=""/>
        <dsp:cNvSpPr/>
      </dsp:nvSpPr>
      <dsp:spPr>
        <a:xfrm>
          <a:off x="3223030" y="2015120"/>
          <a:ext cx="1933020" cy="1883313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Presentazione di tecniche e strumenti </a:t>
          </a:r>
          <a:r>
            <a:rPr lang="it-IT" sz="1600" kern="1200" dirty="0" err="1"/>
            <a:t>MSaaS</a:t>
          </a:r>
          <a:r>
            <a:rPr lang="it-IT" sz="1600" kern="1200" dirty="0"/>
            <a:t> per l’analisi simulativa dei business </a:t>
          </a:r>
          <a:r>
            <a:rPr lang="it-IT" sz="1600" kern="1200" dirty="0" err="1"/>
            <a:t>process</a:t>
          </a:r>
          <a:endParaRPr lang="it-IT" sz="1600" kern="1200" dirty="0"/>
        </a:p>
      </dsp:txBody>
      <dsp:txXfrm>
        <a:off x="3314966" y="2107056"/>
        <a:ext cx="1749148" cy="1699441"/>
      </dsp:txXfrm>
    </dsp:sp>
    <dsp:sp modelId="{8383B7BE-F5D0-4377-BB52-40F45EDDFF1A}">
      <dsp:nvSpPr>
        <dsp:cNvPr id="0" name=""/>
        <dsp:cNvSpPr/>
      </dsp:nvSpPr>
      <dsp:spPr>
        <a:xfrm rot="508078">
          <a:off x="5148943" y="3196667"/>
          <a:ext cx="130380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3801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B4563-6C3D-4334-8770-8B638EA7DEF8}">
      <dsp:nvSpPr>
        <dsp:cNvPr id="0" name=""/>
        <dsp:cNvSpPr/>
      </dsp:nvSpPr>
      <dsp:spPr>
        <a:xfrm>
          <a:off x="6445637" y="2712981"/>
          <a:ext cx="1224587" cy="1341681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Analisi e Simulazione di un business </a:t>
          </a:r>
          <a:r>
            <a:rPr lang="it-IT" sz="1400" kern="1200" dirty="0" err="1"/>
            <a:t>process</a:t>
          </a:r>
          <a:endParaRPr lang="it-IT" sz="1400" kern="1200" dirty="0"/>
        </a:p>
      </dsp:txBody>
      <dsp:txXfrm>
        <a:off x="6505416" y="2772760"/>
        <a:ext cx="1105029" cy="1222123"/>
      </dsp:txXfrm>
    </dsp:sp>
    <dsp:sp modelId="{A3FBFA51-FE8D-414E-A8EF-EFCAA5098059}">
      <dsp:nvSpPr>
        <dsp:cNvPr id="0" name=""/>
        <dsp:cNvSpPr/>
      </dsp:nvSpPr>
      <dsp:spPr>
        <a:xfrm rot="5403787">
          <a:off x="4057033" y="4029758"/>
          <a:ext cx="26264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264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19C2B4-295E-4528-9526-32FDD6DDD271}">
      <dsp:nvSpPr>
        <dsp:cNvPr id="0" name=""/>
        <dsp:cNvSpPr/>
      </dsp:nvSpPr>
      <dsp:spPr>
        <a:xfrm>
          <a:off x="3560910" y="4161083"/>
          <a:ext cx="1253105" cy="1361863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Applicazione web per piattaforme </a:t>
          </a:r>
          <a:r>
            <a:rPr lang="it-IT" sz="1400" kern="1200" dirty="0" err="1"/>
            <a:t>MSaaS</a:t>
          </a:r>
          <a:endParaRPr lang="it-IT" sz="1400" kern="1200" dirty="0"/>
        </a:p>
      </dsp:txBody>
      <dsp:txXfrm>
        <a:off x="3622082" y="4222255"/>
        <a:ext cx="1130761" cy="1239519"/>
      </dsp:txXfrm>
    </dsp:sp>
    <dsp:sp modelId="{1D85FCBD-AAD5-4DD5-A3F6-EB474B46EA2B}">
      <dsp:nvSpPr>
        <dsp:cNvPr id="0" name=""/>
        <dsp:cNvSpPr/>
      </dsp:nvSpPr>
      <dsp:spPr>
        <a:xfrm rot="10132364">
          <a:off x="2349588" y="3231958"/>
          <a:ext cx="88172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172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8A630E-B426-48A6-860E-24F97A51C262}">
      <dsp:nvSpPr>
        <dsp:cNvPr id="0" name=""/>
        <dsp:cNvSpPr/>
      </dsp:nvSpPr>
      <dsp:spPr>
        <a:xfrm>
          <a:off x="1049020" y="2767362"/>
          <a:ext cx="1308855" cy="1356790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Business </a:t>
          </a:r>
          <a:r>
            <a:rPr lang="it-IT" sz="1400" kern="1200" dirty="0" err="1"/>
            <a:t>Process</a:t>
          </a:r>
          <a:r>
            <a:rPr lang="it-IT" sz="1400" kern="1200" dirty="0"/>
            <a:t> e BPM</a:t>
          </a:r>
        </a:p>
      </dsp:txBody>
      <dsp:txXfrm>
        <a:off x="1112913" y="2831255"/>
        <a:ext cx="1181069" cy="12290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7C75F-F68A-45C0-83D6-F53C1DECE5FF}">
      <dsp:nvSpPr>
        <dsp:cNvPr id="0" name=""/>
        <dsp:cNvSpPr/>
      </dsp:nvSpPr>
      <dsp:spPr>
        <a:xfrm>
          <a:off x="1707" y="2092086"/>
          <a:ext cx="2230523" cy="1115261"/>
        </a:xfrm>
        <a:prstGeom prst="roundRect">
          <a:avLst>
            <a:gd name="adj" fmla="val 10000"/>
          </a:avLst>
        </a:prstGeom>
        <a:solidFill>
          <a:srgbClr val="007C3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solidFill>
                <a:schemeClr val="bg1"/>
              </a:solidFill>
            </a:rPr>
            <a:t>Simulazione</a:t>
          </a:r>
        </a:p>
      </dsp:txBody>
      <dsp:txXfrm>
        <a:off x="34372" y="2124751"/>
        <a:ext cx="2165193" cy="1049931"/>
      </dsp:txXfrm>
    </dsp:sp>
    <dsp:sp modelId="{5A4B628C-D8BD-475F-8C20-4ABE77B17CD6}">
      <dsp:nvSpPr>
        <dsp:cNvPr id="0" name=""/>
        <dsp:cNvSpPr/>
      </dsp:nvSpPr>
      <dsp:spPr>
        <a:xfrm rot="19457599">
          <a:off x="2128956" y="2310139"/>
          <a:ext cx="1098759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098759" y="189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2650866" y="2301610"/>
        <a:ext cx="54937" cy="54937"/>
      </dsp:txXfrm>
    </dsp:sp>
    <dsp:sp modelId="{D6890A75-8492-4AE5-ABCC-E1AA8038EBD1}">
      <dsp:nvSpPr>
        <dsp:cNvPr id="0" name=""/>
        <dsp:cNvSpPr/>
      </dsp:nvSpPr>
      <dsp:spPr>
        <a:xfrm>
          <a:off x="3124440" y="1450810"/>
          <a:ext cx="2230523" cy="1115261"/>
        </a:xfrm>
        <a:prstGeom prst="roundRect">
          <a:avLst>
            <a:gd name="adj" fmla="val 10000"/>
          </a:avLst>
        </a:prstGeom>
        <a:solidFill>
          <a:srgbClr val="007C3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CollaborationStatistics</a:t>
          </a:r>
          <a:endParaRPr lang="it-IT" sz="1600" kern="1200" dirty="0"/>
        </a:p>
      </dsp:txBody>
      <dsp:txXfrm>
        <a:off x="3157105" y="1483475"/>
        <a:ext cx="2165193" cy="1049931"/>
      </dsp:txXfrm>
    </dsp:sp>
    <dsp:sp modelId="{118CAAF7-36C3-456E-B414-EA872086B552}">
      <dsp:nvSpPr>
        <dsp:cNvPr id="0" name=""/>
        <dsp:cNvSpPr/>
      </dsp:nvSpPr>
      <dsp:spPr>
        <a:xfrm>
          <a:off x="5354964" y="1989501"/>
          <a:ext cx="892209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892209" y="1894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778763" y="1986136"/>
        <a:ext cx="44610" cy="44610"/>
      </dsp:txXfrm>
    </dsp:sp>
    <dsp:sp modelId="{A7CC4B45-8172-4B37-A75A-D113AC5D66D1}">
      <dsp:nvSpPr>
        <dsp:cNvPr id="0" name=""/>
        <dsp:cNvSpPr/>
      </dsp:nvSpPr>
      <dsp:spPr>
        <a:xfrm>
          <a:off x="6247174" y="1450810"/>
          <a:ext cx="2230523" cy="1115261"/>
        </a:xfrm>
        <a:prstGeom prst="roundRect">
          <a:avLst>
            <a:gd name="adj" fmla="val 10000"/>
          </a:avLst>
        </a:prstGeom>
        <a:solidFill>
          <a:srgbClr val="007C3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Evento</a:t>
          </a:r>
        </a:p>
      </dsp:txBody>
      <dsp:txXfrm>
        <a:off x="6279839" y="1483475"/>
        <a:ext cx="2165193" cy="1049931"/>
      </dsp:txXfrm>
    </dsp:sp>
    <dsp:sp modelId="{8761548B-1889-4A0A-BE46-9EBC17264A1E}">
      <dsp:nvSpPr>
        <dsp:cNvPr id="0" name=""/>
        <dsp:cNvSpPr/>
      </dsp:nvSpPr>
      <dsp:spPr>
        <a:xfrm rot="2142401">
          <a:off x="2128956" y="2951414"/>
          <a:ext cx="1098759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098759" y="189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2650866" y="2942886"/>
        <a:ext cx="54937" cy="54937"/>
      </dsp:txXfrm>
    </dsp:sp>
    <dsp:sp modelId="{2301C8F1-BDDE-4A98-B857-A7EA4B96BD69}">
      <dsp:nvSpPr>
        <dsp:cNvPr id="0" name=""/>
        <dsp:cNvSpPr/>
      </dsp:nvSpPr>
      <dsp:spPr>
        <a:xfrm>
          <a:off x="3124440" y="2733362"/>
          <a:ext cx="2230523" cy="1115261"/>
        </a:xfrm>
        <a:prstGeom prst="roundRect">
          <a:avLst>
            <a:gd name="adj" fmla="val 10000"/>
          </a:avLst>
        </a:prstGeom>
        <a:solidFill>
          <a:srgbClr val="007C3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ConfigurationStatistics</a:t>
          </a:r>
          <a:endParaRPr lang="it-IT" sz="1600" kern="1200" dirty="0"/>
        </a:p>
      </dsp:txBody>
      <dsp:txXfrm>
        <a:off x="3157105" y="2766027"/>
        <a:ext cx="2165193" cy="1049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8D668-A0FC-45FB-84DD-3B4ADF8C9B4E}">
      <dsp:nvSpPr>
        <dsp:cNvPr id="0" name=""/>
        <dsp:cNvSpPr/>
      </dsp:nvSpPr>
      <dsp:spPr>
        <a:xfrm>
          <a:off x="0" y="422540"/>
          <a:ext cx="496628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40915-9D1F-46D4-9481-960A4E756834}">
      <dsp:nvSpPr>
        <dsp:cNvPr id="0" name=""/>
        <dsp:cNvSpPr/>
      </dsp:nvSpPr>
      <dsp:spPr>
        <a:xfrm>
          <a:off x="248314" y="49628"/>
          <a:ext cx="3476398" cy="708480"/>
        </a:xfrm>
        <a:prstGeom prst="roundRect">
          <a:avLst/>
        </a:prstGeom>
        <a:solidFill>
          <a:srgbClr val="E6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400" tIns="0" rIns="131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Red Code 50%</a:t>
          </a:r>
        </a:p>
      </dsp:txBody>
      <dsp:txXfrm>
        <a:off x="282899" y="84213"/>
        <a:ext cx="3407228" cy="639310"/>
      </dsp:txXfrm>
    </dsp:sp>
    <dsp:sp modelId="{2563609D-0094-400B-8974-BE798699D5D6}">
      <dsp:nvSpPr>
        <dsp:cNvPr id="0" name=""/>
        <dsp:cNvSpPr/>
      </dsp:nvSpPr>
      <dsp:spPr>
        <a:xfrm>
          <a:off x="0" y="1492508"/>
          <a:ext cx="496628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F8ABB-6CD8-4867-8262-A894CA15716C}">
      <dsp:nvSpPr>
        <dsp:cNvPr id="0" name=""/>
        <dsp:cNvSpPr/>
      </dsp:nvSpPr>
      <dsp:spPr>
        <a:xfrm>
          <a:off x="248314" y="1138268"/>
          <a:ext cx="3476398" cy="708480"/>
        </a:xfrm>
        <a:prstGeom prst="roundRect">
          <a:avLst/>
        </a:prstGeom>
        <a:solidFill>
          <a:srgbClr val="EEE908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400" tIns="0" rIns="131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Yellow Code 30%</a:t>
          </a:r>
        </a:p>
      </dsp:txBody>
      <dsp:txXfrm>
        <a:off x="282899" y="1172853"/>
        <a:ext cx="3407228" cy="639310"/>
      </dsp:txXfrm>
    </dsp:sp>
    <dsp:sp modelId="{30F588D7-44C1-4357-B0D1-A97F74693033}">
      <dsp:nvSpPr>
        <dsp:cNvPr id="0" name=""/>
        <dsp:cNvSpPr/>
      </dsp:nvSpPr>
      <dsp:spPr>
        <a:xfrm>
          <a:off x="0" y="2581147"/>
          <a:ext cx="496628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C05C2-12F2-44A0-9BBB-5B58F295DA99}">
      <dsp:nvSpPr>
        <dsp:cNvPr id="0" name=""/>
        <dsp:cNvSpPr/>
      </dsp:nvSpPr>
      <dsp:spPr>
        <a:xfrm>
          <a:off x="248314" y="2226908"/>
          <a:ext cx="3476398" cy="708480"/>
        </a:xfrm>
        <a:prstGeom prst="roundRect">
          <a:avLst/>
        </a:prstGeom>
        <a:solidFill>
          <a:srgbClr val="007C3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400" tIns="0" rIns="131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Green Code 20%</a:t>
          </a:r>
        </a:p>
      </dsp:txBody>
      <dsp:txXfrm>
        <a:off x="282899" y="2261493"/>
        <a:ext cx="3407228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B5FB6F5-51EC-43FD-B8CF-E736365348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47FF874-B3EC-470E-8EA6-5BF0F789B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3515C7-AAFB-4C28-AF92-B1DAD4A3D239}" type="datetime1">
              <a:rPr lang="it-IT" smtClean="0"/>
              <a:t>17/07/2020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35E46-8EA0-4D31-B53D-1DC006F225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89EA35-CB71-49D2-A823-EBB877793B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849CF80-918C-4346-8274-A92117EC4D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724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2BD58-7EB1-4813-AAD6-F487555ADC06}" type="datetime1">
              <a:rPr lang="it-IT" smtClean="0"/>
              <a:pPr/>
              <a:t>17/07/2020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0279F17-7BA4-49BC-BB37-7F646CF8D2F0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1875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315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596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it-IT"/>
              <a:t>Creare una struttura per preparare la presentazione:</a:t>
            </a:r>
          </a:p>
          <a:p>
            <a:pPr marL="182880" indent="-182880" rtl="0">
              <a:buFont typeface="+mj-lt"/>
              <a:buAutoNum type="arabicPeriod"/>
            </a:pP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Presentare l'epoca storica (usare una combinazione di contenuti multimediali e testo)</a:t>
            </a:r>
          </a:p>
          <a:p>
            <a:pPr marL="182880" indent="-182880" rtl="0">
              <a:buFont typeface="+mj-lt"/>
              <a:buAutoNum type="arabicPeriod"/>
            </a:pP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Organizzare gli elementi in modo da descrivere la vita dell'epoca oggetto della presentazione</a:t>
            </a:r>
          </a:p>
          <a:p>
            <a:pPr marL="182880" indent="-182880" rtl="0">
              <a:buFont typeface="+mj-lt"/>
              <a:buAutoNum type="arabicPeriod"/>
            </a:pP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Usare uno storyboard per illustrare immagini e idee</a:t>
            </a:r>
          </a:p>
          <a:p>
            <a:pPr marL="182880" indent="-182880" rtl="0">
              <a:buFont typeface="+mj-lt"/>
              <a:buAutoNum type="arabicPeriod"/>
            </a:pP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Sviluppare una presentazione chiara e completa di tutti gli aspetti dell'epoca (persone, lavoro, cibo, mezzi di trasporto e così via; cos'altro è necessario includere per far rivivere l'epoca in questione ai destinatari?)</a:t>
            </a:r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9344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994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9498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7990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514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9073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5196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8121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5888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305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9297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6864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6038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493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2479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62097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6746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9668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50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rtlCol="0"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 rtlCol="0"/>
          <a:lstStyle/>
          <a:p>
            <a:pPr rtl="0"/>
            <a:fld id="{0888554B-7864-4DB5-8232-9937D6BF3F99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5" name="Connettore diritto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85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diritto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C74F1C-8739-4A5A-A68B-1AE827889395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4717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98A5301E-AB93-4945-A0AA-2215B6872DB2}"/>
              </a:ext>
            </a:extLst>
          </p:cNvPr>
          <p:cNvSpPr>
            <a:spLocks noChangeAspect="1"/>
          </p:cNvSpPr>
          <p:nvPr userDrawn="1"/>
        </p:nvSpPr>
        <p:spPr>
          <a:xfrm>
            <a:off x="1871401" y="2602132"/>
            <a:ext cx="1801368" cy="18013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D2FF1D57-3E5F-584B-94C2-629CD166831B}"/>
              </a:ext>
            </a:extLst>
          </p:cNvPr>
          <p:cNvSpPr>
            <a:spLocks noChangeAspect="1"/>
          </p:cNvSpPr>
          <p:nvPr userDrawn="1"/>
        </p:nvSpPr>
        <p:spPr>
          <a:xfrm>
            <a:off x="5194632" y="2602132"/>
            <a:ext cx="1801368" cy="180136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0A619F7-99B1-EB46-8946-F77C733C4D86}"/>
              </a:ext>
            </a:extLst>
          </p:cNvPr>
          <p:cNvSpPr>
            <a:spLocks noChangeAspect="1"/>
          </p:cNvSpPr>
          <p:nvPr userDrawn="1"/>
        </p:nvSpPr>
        <p:spPr>
          <a:xfrm>
            <a:off x="8519230" y="2602132"/>
            <a:ext cx="1801368" cy="180136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295401" y="4804495"/>
            <a:ext cx="2952000" cy="1109133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A19BF9-35E0-4BB9-926A-7382F69543F0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D2FC6D4A-DA65-4AB4-A214-ABFCCC77CE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20000" y="4804495"/>
            <a:ext cx="2952000" cy="1109133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64EDB116-654D-48D8-BED5-DCA5C06DA37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44598" y="4804495"/>
            <a:ext cx="2952000" cy="1109133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0E6232E7-9350-493B-BFD0-883015EB07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191441" y="2922172"/>
            <a:ext cx="1161288" cy="1161288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Inserire icona o immagine</a:t>
            </a:r>
          </a:p>
        </p:txBody>
      </p: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E13A6892-C6C0-404F-96AD-993154ED8C7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514672" y="2922172"/>
            <a:ext cx="1161288" cy="1161288"/>
          </a:xfrm>
          <a:prstGeom prst="ellipse">
            <a:avLst/>
          </a:prstGeom>
          <a:solidFill>
            <a:schemeClr val="accent2"/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40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Inserire icona o immagine</a:t>
            </a:r>
          </a:p>
        </p:txBody>
      </p:sp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70281C28-F044-4622-B651-CE20C022E72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838000" y="2920902"/>
            <a:ext cx="1163828" cy="1163828"/>
          </a:xfrm>
          <a:prstGeom prst="ellipse">
            <a:avLst/>
          </a:prstGeom>
          <a:noFill/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400" b="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Inserire icona o immagine</a:t>
            </a:r>
          </a:p>
        </p:txBody>
      </p:sp>
    </p:spTree>
    <p:extLst>
      <p:ext uri="{BB962C8B-B14F-4D97-AF65-F5344CB8AC3E}">
        <p14:creationId xmlns:p14="http://schemas.microsoft.com/office/powerpoint/2010/main" val="146703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lonne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3498694" y="2421466"/>
            <a:ext cx="740731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498694" y="982132"/>
            <a:ext cx="7397903" cy="130386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3498694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7316216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C23F1A-CE6D-49C6-A2DB-168E619E3149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9C4F6082-2952-43DC-9B9C-74C88B262CE9}"/>
              </a:ext>
            </a:extLst>
          </p:cNvPr>
          <p:cNvSpPr/>
          <p:nvPr userDrawn="1"/>
        </p:nvSpPr>
        <p:spPr>
          <a:xfrm rot="5400000">
            <a:off x="388783" y="2483417"/>
            <a:ext cx="3220061" cy="3373452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: Angoli arrotondati 10">
            <a:extLst>
              <a:ext uri="{FF2B5EF4-FFF2-40B4-BE49-F238E27FC236}">
                <a16:creationId xmlns:a16="http://schemas.microsoft.com/office/drawing/2014/main" id="{67618976-780E-4131-85CD-66F013F5ACDE}"/>
              </a:ext>
            </a:extLst>
          </p:cNvPr>
          <p:cNvSpPr/>
          <p:nvPr userDrawn="1"/>
        </p:nvSpPr>
        <p:spPr>
          <a:xfrm rot="-120000">
            <a:off x="211380" y="1442831"/>
            <a:ext cx="3220061" cy="3910358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2" name="Segnaposto immagine 17">
            <a:extLst>
              <a:ext uri="{FF2B5EF4-FFF2-40B4-BE49-F238E27FC236}">
                <a16:creationId xmlns:a16="http://schemas.microsoft.com/office/drawing/2014/main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422103" y="1691853"/>
            <a:ext cx="2736000" cy="3367314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it-IT" noProof="0"/>
              <a:t>Inserire o trascinare la foto</a:t>
            </a:r>
          </a:p>
        </p:txBody>
      </p:sp>
    </p:spTree>
    <p:extLst>
      <p:ext uri="{BB962C8B-B14F-4D97-AF65-F5344CB8AC3E}">
        <p14:creationId xmlns:p14="http://schemas.microsoft.com/office/powerpoint/2010/main" val="376265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F4F82F76-1F28-4871-AA44-ADE3B29E465F}"/>
              </a:ext>
            </a:extLst>
          </p:cNvPr>
          <p:cNvSpPr/>
          <p:nvPr userDrawn="1"/>
        </p:nvSpPr>
        <p:spPr>
          <a:xfrm>
            <a:off x="1066800" y="1009665"/>
            <a:ext cx="7056969" cy="4847145"/>
          </a:xfrm>
          <a:prstGeom prst="rect">
            <a:avLst/>
          </a:prstGeom>
          <a:solidFill>
            <a:schemeClr val="bg1"/>
          </a:solidFill>
          <a:ln w="82550" cmpd="thickThin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216900" y="982132"/>
            <a:ext cx="2679698" cy="1412725"/>
          </a:xfrm>
        </p:spPr>
        <p:txBody>
          <a:bodyPr rtlCol="0" anchor="t"/>
          <a:lstStyle>
            <a:lvl1pPr algn="r">
              <a:defRPr/>
            </a:lvl1pPr>
          </a:lstStyle>
          <a:p>
            <a:pPr rtl="0"/>
            <a:r>
              <a:rPr lang="it-IT" noProof="0"/>
              <a:t>Fare clic sul titolo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8AF188-1740-4DBC-94E2-2D47E8A9B251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087D12F9-00B3-48A4-8EFB-78ACCA9F99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2052" y="1318687"/>
            <a:ext cx="2338493" cy="288198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/>
            </a:lvl1pPr>
          </a:lstStyle>
          <a:p>
            <a:pPr rtl="0"/>
            <a:r>
              <a:rPr lang="it-IT" noProof="0"/>
              <a:t>Foto di edifici</a:t>
            </a:r>
          </a:p>
        </p:txBody>
      </p:sp>
      <p:sp>
        <p:nvSpPr>
          <p:cNvPr id="12" name="Segnaposto immagine 10">
            <a:extLst>
              <a:ext uri="{FF2B5EF4-FFF2-40B4-BE49-F238E27FC236}">
                <a16:creationId xmlns:a16="http://schemas.microsoft.com/office/drawing/2014/main" id="{242B44F9-2E79-4910-8D1A-CE37EF05242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4222" y="3128436"/>
            <a:ext cx="3974629" cy="2424639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 Foto di lavoro</a:t>
            </a:r>
          </a:p>
        </p:txBody>
      </p:sp>
      <p:sp>
        <p:nvSpPr>
          <p:cNvPr id="13" name="Segnaposto immagine 10">
            <a:extLst>
              <a:ext uri="{FF2B5EF4-FFF2-40B4-BE49-F238E27FC236}">
                <a16:creationId xmlns:a16="http://schemas.microsoft.com/office/drawing/2014/main" id="{68412D06-1A64-446B-8E3E-026437ADFB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00451" y="1318687"/>
            <a:ext cx="1748400" cy="168017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Foto di mezzi di trasporto</a:t>
            </a:r>
          </a:p>
        </p:txBody>
      </p:sp>
      <p:sp>
        <p:nvSpPr>
          <p:cNvPr id="14" name="Segnaposto immagine 10">
            <a:extLst>
              <a:ext uri="{FF2B5EF4-FFF2-40B4-BE49-F238E27FC236}">
                <a16:creationId xmlns:a16="http://schemas.microsoft.com/office/drawing/2014/main" id="{3152ED43-82C8-44B9-8B8E-2C0C9CEB1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74222" y="1318687"/>
            <a:ext cx="2093027" cy="168017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/>
            </a:lvl1pPr>
          </a:lstStyle>
          <a:p>
            <a:pPr rtl="0"/>
            <a:r>
              <a:rPr lang="it-IT" noProof="0"/>
              <a:t>Foto di capi d'abbigliamento</a:t>
            </a:r>
          </a:p>
        </p:txBody>
      </p:sp>
      <p:sp>
        <p:nvSpPr>
          <p:cNvPr id="19" name="Segnaposto immagine 10">
            <a:extLst>
              <a:ext uri="{FF2B5EF4-FFF2-40B4-BE49-F238E27FC236}">
                <a16:creationId xmlns:a16="http://schemas.microsoft.com/office/drawing/2014/main" id="{0BCC3DC8-BDE4-4B07-A8CA-0321A36435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2052" y="4333875"/>
            <a:ext cx="2338493" cy="12192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Foto di altri elementi caratteristici dell'epoca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2E769B50-B286-4700-AFD4-EFDA8F2FBA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6900" y="2507046"/>
            <a:ext cx="2679698" cy="3349763"/>
          </a:xfrm>
        </p:spPr>
        <p:txBody>
          <a:bodyPr rtlCol="0"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 rtl="0"/>
            <a:r>
              <a:rPr lang="it-IT" noProof="0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426007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i grandi dimensio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13CE66FB-7564-43B1-9A0A-6594394A243B}"/>
              </a:ext>
            </a:extLst>
          </p:cNvPr>
          <p:cNvSpPr/>
          <p:nvPr userDrawn="1"/>
        </p:nvSpPr>
        <p:spPr>
          <a:xfrm>
            <a:off x="476250" y="476250"/>
            <a:ext cx="11239500" cy="5924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D335E96D-A567-4898-B2BA-3B8C2F40BA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2000" y="567000"/>
            <a:ext cx="11088000" cy="5724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un'immagine suggestiva dell'epoca in questione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95402" y="692939"/>
            <a:ext cx="9601196" cy="751418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pic>
        <p:nvPicPr>
          <p:cNvPr id="7" name="Immagine 6" descr="HD-PanelContent-GrommetsCombined.png">
            <a:extLst>
              <a:ext uri="{FF2B5EF4-FFF2-40B4-BE49-F238E27FC236}">
                <a16:creationId xmlns:a16="http://schemas.microsoft.com/office/drawing/2014/main" id="{EE5D561D-B993-4D57-A306-77777AD90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61" y="63106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magine 7" descr="HD-PanelContent-GrommetsCombined.png">
            <a:extLst>
              <a:ext uri="{FF2B5EF4-FFF2-40B4-BE49-F238E27FC236}">
                <a16:creationId xmlns:a16="http://schemas.microsoft.com/office/drawing/2014/main" id="{56E46F13-579D-42C5-8CB9-411911275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858" y="63106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 descr="HD-PanelContent-GrommetsCombined.png">
            <a:extLst>
              <a:ext uri="{FF2B5EF4-FFF2-40B4-BE49-F238E27FC236}">
                <a16:creationId xmlns:a16="http://schemas.microsoft.com/office/drawing/2014/main" id="{E055F617-AE0E-412B-BD58-B6C6F1E57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61" y="599602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magine 9" descr="HD-PanelContent-GrommetsCombined.png">
            <a:extLst>
              <a:ext uri="{FF2B5EF4-FFF2-40B4-BE49-F238E27FC236}">
                <a16:creationId xmlns:a16="http://schemas.microsoft.com/office/drawing/2014/main" id="{E6A3ABD2-1E11-490E-83ED-21CCB18789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858" y="599602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28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+ Foto corr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295401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C5861B-E5C7-405D-84E1-FB3FEF41B968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9C4F6082-2952-43DC-9B9C-74C88B262CE9}"/>
              </a:ext>
            </a:extLst>
          </p:cNvPr>
          <p:cNvSpPr/>
          <p:nvPr userDrawn="1"/>
        </p:nvSpPr>
        <p:spPr>
          <a:xfrm rot="5400000">
            <a:off x="6801681" y="1316976"/>
            <a:ext cx="4037344" cy="5975391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: Angoli arrotondati 10">
            <a:extLst>
              <a:ext uri="{FF2B5EF4-FFF2-40B4-BE49-F238E27FC236}">
                <a16:creationId xmlns:a16="http://schemas.microsoft.com/office/drawing/2014/main" id="{67618976-780E-4131-85CD-66F013F5ACDE}"/>
              </a:ext>
            </a:extLst>
          </p:cNvPr>
          <p:cNvSpPr/>
          <p:nvPr userDrawn="1"/>
        </p:nvSpPr>
        <p:spPr>
          <a:xfrm rot="-120000">
            <a:off x="5372113" y="869568"/>
            <a:ext cx="5703690" cy="4902845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2" name="Segnaposto immagine 17">
            <a:extLst>
              <a:ext uri="{FF2B5EF4-FFF2-40B4-BE49-F238E27FC236}">
                <a16:creationId xmlns:a16="http://schemas.microsoft.com/office/drawing/2014/main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5584031" y="1077708"/>
            <a:ext cx="5279854" cy="4486565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it-IT" noProof="0"/>
              <a:t>Inserire o trascinare la foto</a:t>
            </a:r>
          </a:p>
        </p:txBody>
      </p:sp>
    </p:spTree>
    <p:extLst>
      <p:ext uri="{BB962C8B-B14F-4D97-AF65-F5344CB8AC3E}">
        <p14:creationId xmlns:p14="http://schemas.microsoft.com/office/powerpoint/2010/main" val="16838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+ Contenuto 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HD-PanelContent-GrommetsCombined.png">
            <a:extLst>
              <a:ext uri="{FF2B5EF4-FFF2-40B4-BE49-F238E27FC236}">
                <a16:creationId xmlns:a16="http://schemas.microsoft.com/office/drawing/2014/main" id="{7BD0150C-9F76-4D95-80BF-675693B48F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7" name="Connettore diritto 6"/>
          <p:cNvCxnSpPr>
            <a:cxnSpLocks/>
          </p:cNvCxnSpPr>
          <p:nvPr/>
        </p:nvCxnSpPr>
        <p:spPr>
          <a:xfrm>
            <a:off x="1295401" y="2421466"/>
            <a:ext cx="46696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2" y="982132"/>
            <a:ext cx="4669664" cy="1303867"/>
          </a:xfrm>
        </p:spPr>
        <p:txBody>
          <a:bodyPr rtlCol="0"/>
          <a:lstStyle/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295401" y="2556932"/>
            <a:ext cx="4669666" cy="3318936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F2A143-1743-49A6-A69D-430FF1D9656C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68FEA8B0-7C15-481C-885B-E54C78BC32E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26935" y="982132"/>
            <a:ext cx="4669666" cy="4126581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8DCEB7F9-6056-41AE-93D6-C5D4C94C8F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1043309">
            <a:off x="8122162" y="5338536"/>
            <a:ext cx="2746356" cy="425315"/>
          </a:xfrm>
        </p:spPr>
        <p:txBody>
          <a:bodyPr rtlCol="0"/>
          <a:lstStyle>
            <a:lvl1pPr marL="0" indent="0" algn="r">
              <a:buNone/>
              <a:defRPr i="0">
                <a:latin typeface="Lucida Handwriting" panose="03010101010101010101" pitchFamily="66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Generazione XYZ</a:t>
            </a:r>
          </a:p>
        </p:txBody>
      </p:sp>
    </p:spTree>
    <p:extLst>
      <p:ext uri="{BB962C8B-B14F-4D97-AF65-F5344CB8AC3E}">
        <p14:creationId xmlns:p14="http://schemas.microsoft.com/office/powerpoint/2010/main" val="145577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pu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95400" y="979709"/>
            <a:ext cx="9601197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95400" y="3073155"/>
            <a:ext cx="9601197" cy="5203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39BBD9-26C8-4CB8-804D-36931E8A1A35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6" name="Connettore diritto 15"/>
          <p:cNvCxnSpPr/>
          <p:nvPr/>
        </p:nvCxnSpPr>
        <p:spPr>
          <a:xfrm>
            <a:off x="1296884" y="2937688"/>
            <a:ext cx="960120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4202A890-9091-4399-80AF-8AF212A1ED4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1" y="3864479"/>
            <a:ext cx="2952000" cy="1109133"/>
          </a:xfrm>
          <a:ln w="44450" cap="sq" cmpd="thinThick">
            <a:solidFill>
              <a:schemeClr val="accent1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F1661F6C-2BB1-41AF-BF4C-144E940F7B2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20000" y="3864479"/>
            <a:ext cx="2952000" cy="1109133"/>
          </a:xfrm>
          <a:ln w="44450" cap="sq" cmpd="thinThick">
            <a:solidFill>
              <a:schemeClr val="accent3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AFB258B-8362-4F6C-94EF-7C1F32CEBF2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944598" y="3864479"/>
            <a:ext cx="2952000" cy="1109133"/>
          </a:xfrm>
          <a:ln w="44450" cap="sq" cmpd="thinThick">
            <a:solidFill>
              <a:schemeClr val="accent2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it-IT" noProof="0"/>
              <a:t>Descrizione</a:t>
            </a:r>
          </a:p>
        </p:txBody>
      </p:sp>
    </p:spTree>
    <p:extLst>
      <p:ext uri="{BB962C8B-B14F-4D97-AF65-F5344CB8AC3E}">
        <p14:creationId xmlns:p14="http://schemas.microsoft.com/office/powerpoint/2010/main" val="3672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D3F33E-C876-46A8-AB57-C103BD33E866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6" name="Connettore diritto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36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298448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181344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3C3CB-3FF4-4F6E-87A6-D469A2C8AA62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36379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295400" y="2530739"/>
            <a:ext cx="4718304" cy="476250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1295400" y="3116261"/>
            <a:ext cx="4718304" cy="2632605"/>
          </a:xfrm>
        </p:spPr>
        <p:txBody>
          <a:bodyPr rtlCol="0" anchor="t">
            <a:normAutofit/>
          </a:bodyPr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</a:lstStyle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80671" y="2530739"/>
            <a:ext cx="4718304" cy="476250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6180671" y="3116261"/>
            <a:ext cx="4718304" cy="2632605"/>
          </a:xfrm>
        </p:spPr>
        <p:txBody>
          <a:bodyPr rtlCol="0" anchor="t">
            <a:normAutofit/>
          </a:bodyPr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8DB41C-002B-40E2-B59B-327D69B8DC4A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8" name="Connettore diritto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178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+ Foto corr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BD51C2-0702-4C5A-9322-CF7C66F9903F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9C4F6082-2952-43DC-9B9C-74C88B262CE9}"/>
              </a:ext>
            </a:extLst>
          </p:cNvPr>
          <p:cNvSpPr/>
          <p:nvPr userDrawn="1"/>
        </p:nvSpPr>
        <p:spPr>
          <a:xfrm rot="5400000">
            <a:off x="6801681" y="1316976"/>
            <a:ext cx="4037344" cy="5975391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: Angoli arrotondati 10">
            <a:extLst>
              <a:ext uri="{FF2B5EF4-FFF2-40B4-BE49-F238E27FC236}">
                <a16:creationId xmlns:a16="http://schemas.microsoft.com/office/drawing/2014/main" id="{67618976-780E-4131-85CD-66F013F5ACDE}"/>
              </a:ext>
            </a:extLst>
          </p:cNvPr>
          <p:cNvSpPr/>
          <p:nvPr userDrawn="1"/>
        </p:nvSpPr>
        <p:spPr>
          <a:xfrm rot="-120000">
            <a:off x="5372113" y="869568"/>
            <a:ext cx="5703690" cy="4902845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2" name="Segnaposto immagine 17">
            <a:extLst>
              <a:ext uri="{FF2B5EF4-FFF2-40B4-BE49-F238E27FC236}">
                <a16:creationId xmlns:a16="http://schemas.microsoft.com/office/drawing/2014/main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5584031" y="1077708"/>
            <a:ext cx="5279854" cy="4486565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it-IT" noProof="0"/>
              <a:t>Inserire o trascinare la foto</a:t>
            </a:r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809CB875-1032-49F8-A74E-BD0BA58F9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0" y="2556934"/>
            <a:ext cx="3580381" cy="331205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8245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to + Foto corr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288294" y="895547"/>
            <a:ext cx="5871325" cy="4974901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E69C32-1A9B-4115-BE33-809A38C7DA9C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379CAAA9-085A-46C2-A892-DE935E67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0" y="2556934"/>
            <a:ext cx="3580381" cy="331205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887113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53A6F8-4D7D-4604-91F5-22E9FB876B14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4" name="Connettore diritto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45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D3A92A-C60B-4101-AE03-1240857BC4BC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0792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HD-PanelContent-GrommetsCombined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C9FEDE9D-217D-4BF1-A1C9-7DB387E07169}" type="datetime1">
              <a:rPr lang="it-IT" noProof="0" smtClean="0"/>
              <a:t>17/07/2020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  <p:sldLayoutId id="2147484171" r:id="rId10"/>
    <p:sldLayoutId id="2147484172" r:id="rId11"/>
    <p:sldLayoutId id="2147484173" r:id="rId12"/>
    <p:sldLayoutId id="2147484193" r:id="rId13"/>
    <p:sldLayoutId id="2147484194" r:id="rId14"/>
    <p:sldLayoutId id="2147484174" r:id="rId15"/>
    <p:sldLayoutId id="2147484175" r:id="rId16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it-IT" sz="4000" cap="small" dirty="0">
                <a:solidFill>
                  <a:srgbClr val="007C34"/>
                </a:solidFill>
                <a:latin typeface="Bahnschrift Condensed" panose="020B0502040204020203" pitchFamily="34" charset="0"/>
              </a:rPr>
              <a:t>strumenti </a:t>
            </a:r>
            <a:r>
              <a:rPr lang="it-IT" sz="4000" cap="small" dirty="0" err="1">
                <a:solidFill>
                  <a:srgbClr val="007C34"/>
                </a:solidFill>
                <a:latin typeface="Bahnschrift Condensed" panose="020B0502040204020203" pitchFamily="34" charset="0"/>
              </a:rPr>
              <a:t>MSaaS</a:t>
            </a:r>
            <a:r>
              <a:rPr lang="it-IT" sz="4000" cap="small" dirty="0">
                <a:solidFill>
                  <a:srgbClr val="007C34"/>
                </a:solidFill>
                <a:latin typeface="Bahnschrift Condensed" panose="020B0502040204020203" pitchFamily="34" charset="0"/>
              </a:rPr>
              <a:t> per l’analisi simulativa dei processi di business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33888" y="4011332"/>
            <a:ext cx="2743668" cy="1048627"/>
          </a:xfrm>
        </p:spPr>
        <p:txBody>
          <a:bodyPr rtlCol="0">
            <a:normAutofit/>
          </a:bodyPr>
          <a:lstStyle/>
          <a:p>
            <a:pPr rtl="0"/>
            <a:r>
              <a:rPr lang="it-IT" sz="1800" dirty="0"/>
              <a:t>Candidato</a:t>
            </a:r>
          </a:p>
          <a:p>
            <a:pPr rtl="0"/>
            <a:r>
              <a:rPr lang="it-IT" sz="1800" dirty="0"/>
              <a:t>Ionut Jaraveti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660DFD9F-215D-46AA-8C80-656144141BE7}"/>
              </a:ext>
            </a:extLst>
          </p:cNvPr>
          <p:cNvSpPr txBox="1">
            <a:spLocks/>
          </p:cNvSpPr>
          <p:nvPr/>
        </p:nvSpPr>
        <p:spPr>
          <a:xfrm>
            <a:off x="2844798" y="4011333"/>
            <a:ext cx="2743668" cy="10486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1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/>
              <a:t>Relatore</a:t>
            </a:r>
          </a:p>
          <a:p>
            <a:r>
              <a:rPr lang="it-IT" sz="1800" dirty="0"/>
              <a:t>Andrea D’Ambrogio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6508F6-42C2-4FFE-A92E-49813329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Scopo della tesi</a:t>
            </a:r>
          </a:p>
        </p:txBody>
      </p:sp>
      <p:pic>
        <p:nvPicPr>
          <p:cNvPr id="8" name="Segnaposto immagine 7">
            <a:extLst>
              <a:ext uri="{FF2B5EF4-FFF2-40B4-BE49-F238E27FC236}">
                <a16:creationId xmlns:a16="http://schemas.microsoft.com/office/drawing/2014/main" id="{F385D675-AB31-4901-A2AE-789EA38BD0F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2959" r="12959"/>
          <a:stretch>
            <a:fillRect/>
          </a:stretch>
        </p:blipFill>
        <p:spPr>
          <a:xfrm rot="-120000" flipH="1">
            <a:off x="460085" y="1681538"/>
            <a:ext cx="2780268" cy="3421796"/>
          </a:xfrm>
          <a:prstGeom prst="rect">
            <a:avLst/>
          </a:prstGeom>
        </p:spPr>
      </p:pic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EBF635A6-B311-44BF-8E92-FBF0A940A4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238422"/>
              </p:ext>
            </p:extLst>
          </p:nvPr>
        </p:nvGraphicFramePr>
        <p:xfrm>
          <a:off x="3099738" y="679508"/>
          <a:ext cx="8195814" cy="5522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3228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800" b="1" dirty="0">
                <a:solidFill>
                  <a:srgbClr val="007C34"/>
                </a:solidFill>
                <a:latin typeface="+mn-lt"/>
              </a:rPr>
              <a:t>BACKGROUND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73676F34-D79F-4CBC-8946-F6E539E4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7446" y="3626691"/>
            <a:ext cx="6815669" cy="1320802"/>
          </a:xfrm>
          <a:ln>
            <a:noFill/>
          </a:ln>
        </p:spPr>
        <p:txBody>
          <a:bodyPr/>
          <a:lstStyle/>
          <a:p>
            <a:r>
              <a:rPr lang="it-IT" dirty="0"/>
              <a:t>Concetti chiave per la comprensione della tesi </a:t>
            </a:r>
          </a:p>
        </p:txBody>
      </p:sp>
    </p:spTree>
    <p:extLst>
      <p:ext uri="{BB962C8B-B14F-4D97-AF65-F5344CB8AC3E}">
        <p14:creationId xmlns:p14="http://schemas.microsoft.com/office/powerpoint/2010/main" val="118178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Processo di business</a:t>
            </a:r>
          </a:p>
        </p:txBody>
      </p:sp>
      <p:pic>
        <p:nvPicPr>
          <p:cNvPr id="5" name="Immagine 4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902CC740-ABA2-4167-A8A5-857A75C1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76" y="2944037"/>
            <a:ext cx="6870847" cy="24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9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 descr="Immagine che contiene dispositivo&#10;&#10;Descrizione generata automaticamente">
            <a:extLst>
              <a:ext uri="{FF2B5EF4-FFF2-40B4-BE49-F238E27FC236}">
                <a16:creationId xmlns:a16="http://schemas.microsoft.com/office/drawing/2014/main" id="{01C40932-8630-4854-8949-FBBE48F7A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54" y="864066"/>
            <a:ext cx="5254479" cy="52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0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BED94AF-A3C2-4DE0-B2EB-E8F0ADF21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11" y="939819"/>
            <a:ext cx="9735578" cy="49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9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400" b="1" dirty="0">
                <a:solidFill>
                  <a:srgbClr val="007C34"/>
                </a:solidFill>
                <a:latin typeface="+mn-lt"/>
              </a:rPr>
              <a:t>PRESENTAZIONE PROGETTO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73676F34-D79F-4CBC-8946-F6E539E4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7446" y="4002712"/>
            <a:ext cx="6815669" cy="1320802"/>
          </a:xfrm>
          <a:ln>
            <a:noFill/>
          </a:ln>
        </p:spPr>
        <p:txBody>
          <a:bodyPr/>
          <a:lstStyle/>
          <a:p>
            <a:r>
              <a:rPr lang="it-IT" dirty="0"/>
              <a:t>L’applicazione web </a:t>
            </a:r>
            <a:r>
              <a:rPr lang="it-IT" b="1" dirty="0" err="1">
                <a:solidFill>
                  <a:srgbClr val="288045"/>
                </a:solidFill>
              </a:rPr>
              <a:t>ViewSimulation</a:t>
            </a:r>
            <a:r>
              <a:rPr lang="it-IT" dirty="0"/>
              <a:t> per piattaforme </a:t>
            </a:r>
            <a:r>
              <a:rPr lang="it-IT" dirty="0" err="1"/>
              <a:t>MSaas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696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42AB3-9E22-45B7-B682-56304D5B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10" y="982132"/>
            <a:ext cx="4269996" cy="1303867"/>
          </a:xfrm>
        </p:spPr>
        <p:txBody>
          <a:bodyPr rtlCol="0"/>
          <a:lstStyle/>
          <a:p>
            <a:pPr rtl="0"/>
            <a:r>
              <a:rPr lang="it-IT" dirty="0" err="1"/>
              <a:t>ViewSimulation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A86A1-F801-442C-838A-F834D93A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3" y="2561578"/>
            <a:ext cx="3580381" cy="1734843"/>
          </a:xfrm>
        </p:spPr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rtl="0"/>
            <a:r>
              <a:rPr lang="it-IT" sz="2800" dirty="0"/>
              <a:t>Requisiti tecnici </a:t>
            </a:r>
          </a:p>
          <a:p>
            <a:pPr rtl="0"/>
            <a:r>
              <a:rPr lang="it-IT" sz="2800" dirty="0"/>
              <a:t>Requisiti utente</a:t>
            </a:r>
          </a:p>
          <a:p>
            <a:pPr rtl="0"/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6E8F4A-6CDB-4890-95C9-FF65EAD68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46" y="1644243"/>
            <a:ext cx="5158751" cy="272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3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6AA417CC-976A-4250-90BB-B0B838EDA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164" y="1741617"/>
            <a:ext cx="4599330" cy="4521507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B8DEDAAD-57B9-484D-9C59-BD3D31693DF0}"/>
              </a:ext>
            </a:extLst>
          </p:cNvPr>
          <p:cNvSpPr txBox="1">
            <a:spLocks/>
          </p:cNvSpPr>
          <p:nvPr/>
        </p:nvSpPr>
        <p:spPr>
          <a:xfrm>
            <a:off x="1813420" y="628310"/>
            <a:ext cx="8565160" cy="130386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Architettura dell’applicazione</a:t>
            </a:r>
          </a:p>
        </p:txBody>
      </p:sp>
    </p:spTree>
    <p:extLst>
      <p:ext uri="{BB962C8B-B14F-4D97-AF65-F5344CB8AC3E}">
        <p14:creationId xmlns:p14="http://schemas.microsoft.com/office/powerpoint/2010/main" val="402398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42AB3-9E22-45B7-B682-56304D5B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85" y="990521"/>
            <a:ext cx="4723002" cy="1303867"/>
          </a:xfrm>
        </p:spPr>
        <p:txBody>
          <a:bodyPr rtlCol="0"/>
          <a:lstStyle/>
          <a:p>
            <a:pPr rtl="0"/>
            <a:r>
              <a:rPr lang="it-IT" dirty="0"/>
              <a:t>Implementazione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A86A1-F801-442C-838A-F834D93A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3" y="2561578"/>
            <a:ext cx="3580381" cy="3014326"/>
          </a:xfrm>
        </p:spPr>
        <p:txBody>
          <a:bodyPr rtlCol="0">
            <a:normAutofit fontScale="85000" lnSpcReduction="10000"/>
          </a:bodyPr>
          <a:lstStyle/>
          <a:p>
            <a:pPr marL="0" indent="0" rtl="0">
              <a:buNone/>
            </a:pPr>
            <a:endParaRPr lang="it-IT" dirty="0"/>
          </a:p>
          <a:p>
            <a:pPr rtl="0"/>
            <a:r>
              <a:rPr lang="it-IT" sz="2800" dirty="0"/>
              <a:t>Creazione di nuove classi e metodi nel motore di simulazione</a:t>
            </a:r>
          </a:p>
          <a:p>
            <a:pPr rtl="0"/>
            <a:endParaRPr lang="it-IT" sz="2800" dirty="0"/>
          </a:p>
          <a:p>
            <a:pPr rtl="0"/>
            <a:r>
              <a:rPr lang="it-IT" sz="2800" dirty="0"/>
              <a:t>REST API nel </a:t>
            </a:r>
            <a:r>
              <a:rPr lang="it-IT" sz="2800" dirty="0" err="1"/>
              <a:t>backend</a:t>
            </a:r>
            <a:endParaRPr lang="it-IT" sz="2800" dirty="0"/>
          </a:p>
          <a:p>
            <a:pPr rtl="0"/>
            <a:endParaRPr lang="it-IT" sz="2800" dirty="0"/>
          </a:p>
          <a:p>
            <a:pPr rtl="0"/>
            <a:endParaRPr lang="it-IT" sz="2800" dirty="0"/>
          </a:p>
          <a:p>
            <a:pPr rtl="0"/>
            <a:endParaRPr lang="it-IT" sz="2800" dirty="0"/>
          </a:p>
          <a:p>
            <a:pPr rtl="0"/>
            <a:endParaRPr lang="it-IT" dirty="0"/>
          </a:p>
        </p:txBody>
      </p:sp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7ABC2027-C354-4C0E-B85E-82322DE61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35323">
            <a:off x="6096000" y="1320008"/>
            <a:ext cx="4540795" cy="40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57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2F85BC8C-2CA8-4047-873C-F955E59D09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3061343"/>
              </p:ext>
            </p:extLst>
          </p:nvPr>
        </p:nvGraphicFramePr>
        <p:xfrm>
          <a:off x="1856297" y="1458790"/>
          <a:ext cx="8479405" cy="52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olo 1">
            <a:extLst>
              <a:ext uri="{FF2B5EF4-FFF2-40B4-BE49-F238E27FC236}">
                <a16:creationId xmlns:a16="http://schemas.microsoft.com/office/drawing/2014/main" id="{1345A3C6-C81E-4D43-A26B-CD797E6B4F73}"/>
              </a:ext>
            </a:extLst>
          </p:cNvPr>
          <p:cNvSpPr txBox="1">
            <a:spLocks/>
          </p:cNvSpPr>
          <p:nvPr/>
        </p:nvSpPr>
        <p:spPr>
          <a:xfrm>
            <a:off x="486561" y="990521"/>
            <a:ext cx="11224470" cy="130386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Classi create nel motore di simulazione</a:t>
            </a:r>
          </a:p>
        </p:txBody>
      </p:sp>
    </p:spTree>
    <p:extLst>
      <p:ext uri="{BB962C8B-B14F-4D97-AF65-F5344CB8AC3E}">
        <p14:creationId xmlns:p14="http://schemas.microsoft.com/office/powerpoint/2010/main" val="918898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1345A3C6-C81E-4D43-A26B-CD797E6B4F73}"/>
              </a:ext>
            </a:extLst>
          </p:cNvPr>
          <p:cNvSpPr txBox="1">
            <a:spLocks/>
          </p:cNvSpPr>
          <p:nvPr/>
        </p:nvSpPr>
        <p:spPr>
          <a:xfrm>
            <a:off x="486561" y="990521"/>
            <a:ext cx="11224470" cy="130386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Metodi creati nel motore di simulazione</a:t>
            </a:r>
          </a:p>
        </p:txBody>
      </p:sp>
      <p:sp>
        <p:nvSpPr>
          <p:cNvPr id="8" name="Connettore diritto 7">
            <a:extLst>
              <a:ext uri="{FF2B5EF4-FFF2-40B4-BE49-F238E27FC236}">
                <a16:creationId xmlns:a16="http://schemas.microsoft.com/office/drawing/2014/main" id="{63062E17-97ED-4E7C-8BEB-198007904333}"/>
              </a:ext>
            </a:extLst>
          </p:cNvPr>
          <p:cNvSpPr/>
          <p:nvPr/>
        </p:nvSpPr>
        <p:spPr>
          <a:xfrm>
            <a:off x="3375357" y="2886029"/>
            <a:ext cx="5441286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Connettore diritto 8">
            <a:extLst>
              <a:ext uri="{FF2B5EF4-FFF2-40B4-BE49-F238E27FC236}">
                <a16:creationId xmlns:a16="http://schemas.microsoft.com/office/drawing/2014/main" id="{7A8672EB-4A21-4F35-9163-E39CE531CD1B}"/>
              </a:ext>
            </a:extLst>
          </p:cNvPr>
          <p:cNvSpPr/>
          <p:nvPr/>
        </p:nvSpPr>
        <p:spPr>
          <a:xfrm>
            <a:off x="3375357" y="3288112"/>
            <a:ext cx="5441286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Connettore diritto 9">
            <a:extLst>
              <a:ext uri="{FF2B5EF4-FFF2-40B4-BE49-F238E27FC236}">
                <a16:creationId xmlns:a16="http://schemas.microsoft.com/office/drawing/2014/main" id="{D39F1B4B-011A-40B7-B7A0-836910D040C7}"/>
              </a:ext>
            </a:extLst>
          </p:cNvPr>
          <p:cNvSpPr/>
          <p:nvPr/>
        </p:nvSpPr>
        <p:spPr>
          <a:xfrm>
            <a:off x="3375357" y="3676363"/>
            <a:ext cx="5441286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Connettore diritto 10">
            <a:extLst>
              <a:ext uri="{FF2B5EF4-FFF2-40B4-BE49-F238E27FC236}">
                <a16:creationId xmlns:a16="http://schemas.microsoft.com/office/drawing/2014/main" id="{AC7C3133-31B9-4BE2-8AEE-89D29CDEC6B5}"/>
              </a:ext>
            </a:extLst>
          </p:cNvPr>
          <p:cNvSpPr/>
          <p:nvPr/>
        </p:nvSpPr>
        <p:spPr>
          <a:xfrm>
            <a:off x="3375357" y="4068658"/>
            <a:ext cx="5441286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Connettore diritto 11">
            <a:extLst>
              <a:ext uri="{FF2B5EF4-FFF2-40B4-BE49-F238E27FC236}">
                <a16:creationId xmlns:a16="http://schemas.microsoft.com/office/drawing/2014/main" id="{42A5C8D9-5E44-442D-BAFC-5D0AA3231C78}"/>
              </a:ext>
            </a:extLst>
          </p:cNvPr>
          <p:cNvSpPr/>
          <p:nvPr/>
        </p:nvSpPr>
        <p:spPr>
          <a:xfrm>
            <a:off x="3375357" y="4442184"/>
            <a:ext cx="5441286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2FC12FB-5715-4A70-AC0D-35A13353FEE5}"/>
              </a:ext>
            </a:extLst>
          </p:cNvPr>
          <p:cNvSpPr txBox="1"/>
          <p:nvPr/>
        </p:nvSpPr>
        <p:spPr>
          <a:xfrm>
            <a:off x="3375358" y="2516697"/>
            <a:ext cx="54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getElementMeasures</a:t>
            </a:r>
            <a:r>
              <a:rPr lang="it-IT" dirty="0"/>
              <a:t>()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7F9CB40-DD58-413D-9204-E36795E70783}"/>
              </a:ext>
            </a:extLst>
          </p:cNvPr>
          <p:cNvSpPr txBox="1"/>
          <p:nvPr/>
        </p:nvSpPr>
        <p:spPr>
          <a:xfrm>
            <a:off x="3375357" y="2910392"/>
            <a:ext cx="54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getResourceMeasures</a:t>
            </a:r>
            <a:r>
              <a:rPr lang="it-IT" dirty="0"/>
              <a:t>()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76E5099-6D18-4FB5-8428-FD8AA784B85E}"/>
              </a:ext>
            </a:extLst>
          </p:cNvPr>
          <p:cNvSpPr txBox="1"/>
          <p:nvPr/>
        </p:nvSpPr>
        <p:spPr>
          <a:xfrm>
            <a:off x="3375357" y="3314021"/>
            <a:ext cx="54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getStatistics</a:t>
            </a:r>
            <a:r>
              <a:rPr lang="it-IT" dirty="0"/>
              <a:t>()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5960713-F9A4-4210-B268-5A8A87309CA7}"/>
              </a:ext>
            </a:extLst>
          </p:cNvPr>
          <p:cNvSpPr txBox="1"/>
          <p:nvPr/>
        </p:nvSpPr>
        <p:spPr>
          <a:xfrm>
            <a:off x="3375357" y="3697230"/>
            <a:ext cx="54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getSimulazione</a:t>
            </a:r>
            <a:r>
              <a:rPr lang="it-IT" dirty="0"/>
              <a:t>()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F9BD9C6-1082-4EF9-86D8-CF1823A69F0B}"/>
              </a:ext>
            </a:extLst>
          </p:cNvPr>
          <p:cNvSpPr txBox="1"/>
          <p:nvPr/>
        </p:nvSpPr>
        <p:spPr>
          <a:xfrm>
            <a:off x="3375358" y="4065863"/>
            <a:ext cx="54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setCollabStats</a:t>
            </a:r>
            <a:r>
              <a:rPr lang="it-IT" dirty="0"/>
              <a:t>()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DCC929A-D965-4E39-82A2-1EFC1C8EC218}"/>
              </a:ext>
            </a:extLst>
          </p:cNvPr>
          <p:cNvSpPr txBox="1"/>
          <p:nvPr/>
        </p:nvSpPr>
        <p:spPr>
          <a:xfrm>
            <a:off x="3375358" y="4474980"/>
            <a:ext cx="54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setConfigStats</a:t>
            </a:r>
            <a:r>
              <a:rPr lang="it-IT" dirty="0"/>
              <a:t>()</a:t>
            </a:r>
          </a:p>
        </p:txBody>
      </p:sp>
      <p:sp>
        <p:nvSpPr>
          <p:cNvPr id="18" name="Connettore diritto 17">
            <a:extLst>
              <a:ext uri="{FF2B5EF4-FFF2-40B4-BE49-F238E27FC236}">
                <a16:creationId xmlns:a16="http://schemas.microsoft.com/office/drawing/2014/main" id="{8A095029-E55A-41F2-AA2C-2ED5E542F4DF}"/>
              </a:ext>
            </a:extLst>
          </p:cNvPr>
          <p:cNvSpPr/>
          <p:nvPr/>
        </p:nvSpPr>
        <p:spPr>
          <a:xfrm>
            <a:off x="3375357" y="4854537"/>
            <a:ext cx="5441286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337161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1345A3C6-C81E-4D43-A26B-CD797E6B4F73}"/>
              </a:ext>
            </a:extLst>
          </p:cNvPr>
          <p:cNvSpPr txBox="1">
            <a:spLocks/>
          </p:cNvSpPr>
          <p:nvPr/>
        </p:nvSpPr>
        <p:spPr>
          <a:xfrm>
            <a:off x="486561" y="990521"/>
            <a:ext cx="11224470" cy="130386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 err="1"/>
              <a:t>Rest</a:t>
            </a:r>
            <a:r>
              <a:rPr lang="it-IT" dirty="0"/>
              <a:t> API nel </a:t>
            </a:r>
            <a:r>
              <a:rPr lang="it-IT" dirty="0" err="1"/>
              <a:t>backend</a:t>
            </a:r>
            <a:endParaRPr lang="it-IT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59C87D9-8ACA-4C12-B028-056146BCE943}"/>
              </a:ext>
            </a:extLst>
          </p:cNvPr>
          <p:cNvSpPr/>
          <p:nvPr/>
        </p:nvSpPr>
        <p:spPr>
          <a:xfrm>
            <a:off x="4049086" y="4433840"/>
            <a:ext cx="4093828" cy="363893"/>
          </a:xfrm>
          <a:prstGeom prst="roundRect">
            <a:avLst/>
          </a:prstGeom>
          <a:solidFill>
            <a:srgbClr val="288045"/>
          </a:solidFill>
          <a:ln w="1587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 err="1"/>
              <a:t>SimulazioneController</a:t>
            </a:r>
            <a:endParaRPr lang="it-IT" dirty="0"/>
          </a:p>
          <a:p>
            <a:pPr algn="ctr"/>
            <a:endParaRPr lang="it-IT" dirty="0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7FE5C2CA-25E7-4E24-86E7-8EAB705DA0F8}"/>
              </a:ext>
            </a:extLst>
          </p:cNvPr>
          <p:cNvSpPr/>
          <p:nvPr/>
        </p:nvSpPr>
        <p:spPr>
          <a:xfrm>
            <a:off x="4049086" y="3153748"/>
            <a:ext cx="4093828" cy="363893"/>
          </a:xfrm>
          <a:prstGeom prst="roundRect">
            <a:avLst/>
          </a:prstGeom>
          <a:solidFill>
            <a:srgbClr val="288045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 err="1"/>
              <a:t>ExampleController</a:t>
            </a:r>
            <a:endParaRPr lang="it-IT" dirty="0"/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799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400" b="1" dirty="0">
                <a:solidFill>
                  <a:srgbClr val="007C34"/>
                </a:solidFill>
                <a:latin typeface="+mn-lt"/>
              </a:rPr>
              <a:t>CASO STUDIO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73676F34-D79F-4CBC-8946-F6E539E4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7446" y="4002712"/>
            <a:ext cx="6815669" cy="1320802"/>
          </a:xfrm>
          <a:ln>
            <a:noFill/>
          </a:ln>
        </p:spPr>
        <p:txBody>
          <a:bodyPr/>
          <a:lstStyle/>
          <a:p>
            <a:r>
              <a:rPr lang="it-IT" dirty="0"/>
              <a:t>La simulazione di un business </a:t>
            </a:r>
            <a:r>
              <a:rPr lang="it-IT" dirty="0" err="1"/>
              <a:t>process</a:t>
            </a:r>
            <a:r>
              <a:rPr lang="it-IT" dirty="0"/>
              <a:t>:</a:t>
            </a:r>
          </a:p>
          <a:p>
            <a:r>
              <a:rPr lang="it-IT" dirty="0"/>
              <a:t>EMERGENCY ATTENDANCE</a:t>
            </a:r>
          </a:p>
        </p:txBody>
      </p:sp>
    </p:spTree>
    <p:extLst>
      <p:ext uri="{BB962C8B-B14F-4D97-AF65-F5344CB8AC3E}">
        <p14:creationId xmlns:p14="http://schemas.microsoft.com/office/powerpoint/2010/main" val="366418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reenshot, fotografia, sedendo, pensile&#10;&#10;Descrizione generata automaticamente">
            <a:extLst>
              <a:ext uri="{FF2B5EF4-FFF2-40B4-BE49-F238E27FC236}">
                <a16:creationId xmlns:a16="http://schemas.microsoft.com/office/drawing/2014/main" id="{EA06F971-E6B1-45DE-8E3B-EE75AC9E4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00" y="1642356"/>
            <a:ext cx="9912999" cy="4514831"/>
          </a:xfrm>
          <a:prstGeom prst="rect">
            <a:avLst/>
          </a:prstGeo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D14E232E-567C-44F3-92AC-2338F38DAF22}"/>
              </a:ext>
            </a:extLst>
          </p:cNvPr>
          <p:cNvSpPr txBox="1">
            <a:spLocks/>
          </p:cNvSpPr>
          <p:nvPr/>
        </p:nvSpPr>
        <p:spPr>
          <a:xfrm>
            <a:off x="494523" y="700813"/>
            <a:ext cx="11215396" cy="651835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Emergency </a:t>
            </a:r>
            <a:r>
              <a:rPr lang="it-IT" dirty="0" err="1"/>
              <a:t>Attendance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110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D14E232E-567C-44F3-92AC-2338F38DAF22}"/>
              </a:ext>
            </a:extLst>
          </p:cNvPr>
          <p:cNvSpPr txBox="1">
            <a:spLocks/>
          </p:cNvSpPr>
          <p:nvPr/>
        </p:nvSpPr>
        <p:spPr>
          <a:xfrm>
            <a:off x="852881" y="2343685"/>
            <a:ext cx="4805780" cy="2424252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600" dirty="0"/>
              <a:t>Tipologie di emergenza e la loro distribuzione di probabilità</a:t>
            </a:r>
          </a:p>
        </p:txBody>
      </p:sp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ED659806-6CA4-47FE-A214-35FFEA48CC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8878750"/>
              </p:ext>
            </p:extLst>
          </p:nvPr>
        </p:nvGraphicFramePr>
        <p:xfrm>
          <a:off x="6096000" y="1938023"/>
          <a:ext cx="4966283" cy="3235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8178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D14E232E-567C-44F3-92AC-2338F38DAF22}"/>
              </a:ext>
            </a:extLst>
          </p:cNvPr>
          <p:cNvSpPr txBox="1">
            <a:spLocks/>
          </p:cNvSpPr>
          <p:nvPr/>
        </p:nvSpPr>
        <p:spPr>
          <a:xfrm>
            <a:off x="494523" y="700813"/>
            <a:ext cx="11215396" cy="651835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Tempi di elaborazione e </a:t>
            </a:r>
            <a:r>
              <a:rPr lang="it-IT" dirty="0" err="1"/>
              <a:t>Resources</a:t>
            </a:r>
            <a:r>
              <a:rPr lang="it-IT" dirty="0"/>
              <a:t> utilizzate dalle Activities</a:t>
            </a:r>
          </a:p>
        </p:txBody>
      </p:sp>
      <p:pic>
        <p:nvPicPr>
          <p:cNvPr id="4" name="Immagine 3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8A0C27D1-6E2D-4C45-A011-B88F0C4E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470" y="2869493"/>
            <a:ext cx="9025060" cy="281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12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FD9AD5E2-5FD1-4C22-B3A1-53D37C06DA3A}"/>
              </a:ext>
            </a:extLst>
          </p:cNvPr>
          <p:cNvSpPr txBox="1">
            <a:spLocks/>
          </p:cNvSpPr>
          <p:nvPr/>
        </p:nvSpPr>
        <p:spPr>
          <a:xfrm>
            <a:off x="606490" y="781245"/>
            <a:ext cx="11224726" cy="66099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200"/>
              <a:t>Distribuzione quantità delle Resource</a:t>
            </a:r>
            <a:endParaRPr lang="it-IT" sz="3200" dirty="0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CEC8CD4-A0B6-4198-B0E2-D4E8B60B4EDC}"/>
              </a:ext>
            </a:extLst>
          </p:cNvPr>
          <p:cNvSpPr txBox="1">
            <a:spLocks/>
          </p:cNvSpPr>
          <p:nvPr/>
        </p:nvSpPr>
        <p:spPr>
          <a:xfrm>
            <a:off x="7021286" y="3576201"/>
            <a:ext cx="3880604" cy="601072"/>
          </a:xfrm>
          <a:prstGeom prst="rect">
            <a:avLst/>
          </a:prstGeom>
        </p:spPr>
        <p:txBody>
          <a:bodyPr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1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it-IT" sz="2400" dirty="0"/>
              <a:t>Sintassi &lt;&lt;</a:t>
            </a:r>
            <a:r>
              <a:rPr lang="it-IT" sz="2400" dirty="0" err="1"/>
              <a:t>PyPerformer</a:t>
            </a:r>
            <a:r>
              <a:rPr lang="it-IT" sz="2400" dirty="0"/>
              <a:t>&gt;&gt;</a:t>
            </a:r>
          </a:p>
          <a:p>
            <a:endParaRPr lang="it-IT" sz="2800" dirty="0"/>
          </a:p>
          <a:p>
            <a:endParaRPr lang="it-IT" sz="2800" dirty="0"/>
          </a:p>
          <a:p>
            <a:endParaRPr lang="it-IT" sz="2800" dirty="0"/>
          </a:p>
          <a:p>
            <a:endParaRPr lang="it-IT" sz="2800" dirty="0"/>
          </a:p>
          <a:p>
            <a:endParaRPr lang="it-IT" sz="2800" dirty="0"/>
          </a:p>
          <a:p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20953FE-6F86-4C70-92EE-3377F565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16" y="2978348"/>
            <a:ext cx="4571762" cy="2385267"/>
          </a:xfrm>
          <a:prstGeom prst="rect">
            <a:avLst/>
          </a:prstGeom>
        </p:spPr>
      </p:pic>
      <p:sp>
        <p:nvSpPr>
          <p:cNvPr id="11" name="Freccia circolare in giù 10">
            <a:extLst>
              <a:ext uri="{FF2B5EF4-FFF2-40B4-BE49-F238E27FC236}">
                <a16:creationId xmlns:a16="http://schemas.microsoft.com/office/drawing/2014/main" id="{E72D2DCC-71EA-493A-909A-BDBE725D0282}"/>
              </a:ext>
            </a:extLst>
          </p:cNvPr>
          <p:cNvSpPr/>
          <p:nvPr/>
        </p:nvSpPr>
        <p:spPr>
          <a:xfrm rot="572080" flipH="1">
            <a:off x="4661854" y="1942900"/>
            <a:ext cx="4212000" cy="1050562"/>
          </a:xfrm>
          <a:prstGeom prst="curvedDownArrow">
            <a:avLst/>
          </a:prstGeom>
          <a:solidFill>
            <a:srgbClr val="E4C8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15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9E3D90C1-0154-46C1-A3A8-5BCB7F28B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1" y="1458572"/>
            <a:ext cx="5148566" cy="3554962"/>
          </a:xfrm>
          <a:prstGeom prst="rect">
            <a:avLst/>
          </a:prstGeom>
        </p:spPr>
      </p:pic>
      <p:pic>
        <p:nvPicPr>
          <p:cNvPr id="31" name="Immagine 30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CD9EC3D8-AAC1-4989-9A60-645B70EA1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521" y="1458572"/>
            <a:ext cx="4990772" cy="3571978"/>
          </a:xfrm>
          <a:prstGeom prst="rect">
            <a:avLst/>
          </a:prstGeom>
        </p:spPr>
      </p:pic>
      <p:sp>
        <p:nvSpPr>
          <p:cNvPr id="32" name="Titolo 1">
            <a:extLst>
              <a:ext uri="{FF2B5EF4-FFF2-40B4-BE49-F238E27FC236}">
                <a16:creationId xmlns:a16="http://schemas.microsoft.com/office/drawing/2014/main" id="{9F6A8DB1-4C7D-458B-AAA4-F48C2D757735}"/>
              </a:ext>
            </a:extLst>
          </p:cNvPr>
          <p:cNvSpPr txBox="1">
            <a:spLocks/>
          </p:cNvSpPr>
          <p:nvPr/>
        </p:nvSpPr>
        <p:spPr>
          <a:xfrm>
            <a:off x="707158" y="595385"/>
            <a:ext cx="11224726" cy="66099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200" dirty="0"/>
              <a:t>Esempio di modifica dei parametri</a:t>
            </a:r>
          </a:p>
        </p:txBody>
      </p:sp>
      <p:sp>
        <p:nvSpPr>
          <p:cNvPr id="33" name="Titolo 1">
            <a:extLst>
              <a:ext uri="{FF2B5EF4-FFF2-40B4-BE49-F238E27FC236}">
                <a16:creationId xmlns:a16="http://schemas.microsoft.com/office/drawing/2014/main" id="{22B31042-BFD7-491F-A219-E0F19CCBC06F}"/>
              </a:ext>
            </a:extLst>
          </p:cNvPr>
          <p:cNvSpPr txBox="1">
            <a:spLocks/>
          </p:cNvSpPr>
          <p:nvPr/>
        </p:nvSpPr>
        <p:spPr>
          <a:xfrm>
            <a:off x="1931803" y="5168327"/>
            <a:ext cx="2483142" cy="399593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dirty="0"/>
              <a:t>Prima</a:t>
            </a:r>
          </a:p>
        </p:txBody>
      </p:sp>
      <p:sp>
        <p:nvSpPr>
          <p:cNvPr id="34" name="Titolo 1">
            <a:extLst>
              <a:ext uri="{FF2B5EF4-FFF2-40B4-BE49-F238E27FC236}">
                <a16:creationId xmlns:a16="http://schemas.microsoft.com/office/drawing/2014/main" id="{1DA5BFA7-C5EF-4DF0-ADCC-DA5EF73A5A39}"/>
              </a:ext>
            </a:extLst>
          </p:cNvPr>
          <p:cNvSpPr txBox="1">
            <a:spLocks/>
          </p:cNvSpPr>
          <p:nvPr/>
        </p:nvSpPr>
        <p:spPr>
          <a:xfrm>
            <a:off x="7777057" y="5168327"/>
            <a:ext cx="2483142" cy="399593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dirty="0"/>
              <a:t>Dopo</a:t>
            </a:r>
          </a:p>
        </p:txBody>
      </p:sp>
    </p:spTree>
    <p:extLst>
      <p:ext uri="{BB962C8B-B14F-4D97-AF65-F5344CB8AC3E}">
        <p14:creationId xmlns:p14="http://schemas.microsoft.com/office/powerpoint/2010/main" val="195735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400" b="1" dirty="0">
                <a:solidFill>
                  <a:srgbClr val="007C34"/>
                </a:solidFill>
                <a:latin typeface="+mn-lt"/>
              </a:rPr>
              <a:t>Conclusioni e Sviluppi futuri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62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FD9AD5E2-5FD1-4C22-B3A1-53D37C06DA3A}"/>
              </a:ext>
            </a:extLst>
          </p:cNvPr>
          <p:cNvSpPr txBox="1">
            <a:spLocks/>
          </p:cNvSpPr>
          <p:nvPr/>
        </p:nvSpPr>
        <p:spPr>
          <a:xfrm>
            <a:off x="581323" y="1643963"/>
            <a:ext cx="11224726" cy="1349558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200" dirty="0"/>
              <a:t>L’importanza di </a:t>
            </a:r>
            <a:r>
              <a:rPr lang="it-IT" sz="3200" dirty="0" err="1"/>
              <a:t>MSaaS</a:t>
            </a:r>
            <a:r>
              <a:rPr lang="it-IT" sz="3200" dirty="0"/>
              <a:t> nell’analisi simulativa dei processi di business</a:t>
            </a:r>
          </a:p>
          <a:p>
            <a:endParaRPr lang="it-IT" sz="3200" dirty="0"/>
          </a:p>
        </p:txBody>
      </p:sp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78F9CA36-DDF6-4464-9084-66E7DE73234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it-IT" dirty="0"/>
              <a:t>EFFICACE</a:t>
            </a:r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20776FD6-6DCB-4BE7-9A01-E995184B1DA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it-IT" dirty="0"/>
              <a:t>POTENTE</a:t>
            </a:r>
          </a:p>
        </p:txBody>
      </p:sp>
      <p:sp>
        <p:nvSpPr>
          <p:cNvPr id="14" name="Segnaposto contenuto 13">
            <a:extLst>
              <a:ext uri="{FF2B5EF4-FFF2-40B4-BE49-F238E27FC236}">
                <a16:creationId xmlns:a16="http://schemas.microsoft.com/office/drawing/2014/main" id="{DAF2F271-650F-4CC7-A1E2-C662592F159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it-IT" dirty="0"/>
              <a:t>FLESSIBILE</a:t>
            </a:r>
          </a:p>
        </p:txBody>
      </p:sp>
    </p:spTree>
    <p:extLst>
      <p:ext uri="{BB962C8B-B14F-4D97-AF65-F5344CB8AC3E}">
        <p14:creationId xmlns:p14="http://schemas.microsoft.com/office/powerpoint/2010/main" val="283259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42AB3-9E22-45B7-B682-56304D5B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10" y="982132"/>
            <a:ext cx="4269996" cy="1303867"/>
          </a:xfrm>
        </p:spPr>
        <p:txBody>
          <a:bodyPr rtlCol="0"/>
          <a:lstStyle/>
          <a:p>
            <a:pPr rtl="0"/>
            <a:r>
              <a:rPr lang="it-IT" dirty="0"/>
              <a:t>Sviluppi Futuri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A86A1-F801-442C-838A-F834D93A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3" y="2561578"/>
            <a:ext cx="3580381" cy="1734843"/>
          </a:xfrm>
        </p:spPr>
        <p:txBody>
          <a:bodyPr rtlCol="0">
            <a:normAutofit fontScale="85000" lnSpcReduction="10000"/>
          </a:bodyPr>
          <a:lstStyle/>
          <a:p>
            <a:pPr marL="0" indent="0" rtl="0">
              <a:buNone/>
            </a:pPr>
            <a:endParaRPr lang="it-IT" dirty="0"/>
          </a:p>
          <a:p>
            <a:pPr rtl="0"/>
            <a:r>
              <a:rPr lang="it-IT" sz="2800" dirty="0"/>
              <a:t>L’utente può caricare il proprio modello BPMN e simularlo</a:t>
            </a:r>
          </a:p>
          <a:p>
            <a:pPr rtl="0"/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89F897E-B060-4B5C-8D31-6CB4C513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621" y="1502229"/>
            <a:ext cx="4205596" cy="30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88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o">
  <a:themeElements>
    <a:clrScheme name="Custom 162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CBAF62"/>
      </a:accent1>
      <a:accent2>
        <a:srgbClr val="4096B0"/>
      </a:accent2>
      <a:accent3>
        <a:srgbClr val="803348"/>
      </a:accent3>
      <a:accent4>
        <a:srgbClr val="8E684C"/>
      </a:accent4>
      <a:accent5>
        <a:srgbClr val="AB946B"/>
      </a:accent5>
      <a:accent6>
        <a:srgbClr val="803348"/>
      </a:accent6>
      <a:hlink>
        <a:srgbClr val="86724D"/>
      </a:hlink>
      <a:folHlink>
        <a:srgbClr val="CBAF62"/>
      </a:folHlink>
    </a:clrScheme>
    <a:fontScheme name="Custom 169">
      <a:majorFont>
        <a:latin typeface="Rockwell"/>
        <a:ea typeface=""/>
        <a:cs typeface=""/>
      </a:majorFont>
      <a:minorFont>
        <a:latin typeface="Trebuchet MS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104501_TF66931312" id="{5AE32068-E740-42AC-910C-DACC7AD51856}" vid="{A8A0CC42-2780-4EA7-8106-05C70000E96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311D34D-75D2-4894-A4B9-B889F28CA1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4EDED3-7967-4EF0-BE85-F4606019A9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B8FAC4-99E7-4CF2-AA4F-E5F48F87B5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Capsula del tempo digitale</Template>
  <TotalTime>0</TotalTime>
  <Words>307</Words>
  <Application>Microsoft Office PowerPoint</Application>
  <PresentationFormat>Widescreen</PresentationFormat>
  <Paragraphs>97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0" baseType="lpstr">
      <vt:lpstr>Arial</vt:lpstr>
      <vt:lpstr>Bahnschrift Condensed</vt:lpstr>
      <vt:lpstr>Calibri</vt:lpstr>
      <vt:lpstr>Lucida Handwriting</vt:lpstr>
      <vt:lpstr>Rockwell</vt:lpstr>
      <vt:lpstr>Tahoma</vt:lpstr>
      <vt:lpstr>Trebuchet MS</vt:lpstr>
      <vt:lpstr>Organico</vt:lpstr>
      <vt:lpstr>strumenti MSaaS per l’analisi simulativa dei processi di business</vt:lpstr>
      <vt:lpstr>Scopo della tesi</vt:lpstr>
      <vt:lpstr>BACKGROUND</vt:lpstr>
      <vt:lpstr>Processo di business</vt:lpstr>
      <vt:lpstr>Presentazione standard di PowerPoint</vt:lpstr>
      <vt:lpstr>Presentazione standard di PowerPoint</vt:lpstr>
      <vt:lpstr>PRESENTAZIONE PROGETTO</vt:lpstr>
      <vt:lpstr>ViewSimulation</vt:lpstr>
      <vt:lpstr>Presentazione standard di PowerPoint</vt:lpstr>
      <vt:lpstr>Implementazione</vt:lpstr>
      <vt:lpstr>Presentazione standard di PowerPoint</vt:lpstr>
      <vt:lpstr>Presentazione standard di PowerPoint</vt:lpstr>
      <vt:lpstr>Presentazione standard di PowerPoint</vt:lpstr>
      <vt:lpstr>CASO STUDIO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Conclusioni e Sviluppi futuri</vt:lpstr>
      <vt:lpstr>Presentazione standard di PowerPoint</vt:lpstr>
      <vt:lpstr>Sviluppi Futuri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2020-07-15T10:31:30Z</dcterms:created>
  <dcterms:modified xsi:type="dcterms:W3CDTF">2020-07-17T08:52:07Z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